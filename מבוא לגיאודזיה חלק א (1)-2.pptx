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p:sldMasterIdLst>
    <p:sldMasterId id="2147483689" r:id="rId1"/>
  </p:sldMasterIdLst>
  <p:notesMasterIdLst>
    <p:notesMasterId r:id="rId23"/>
  </p:notesMasterIdLst>
  <p:sldIdLst>
    <p:sldId id="256" r:id="rId2"/>
    <p:sldId id="339" r:id="rId3"/>
    <p:sldId id="257" r:id="rId4"/>
    <p:sldId id="297" r:id="rId5"/>
    <p:sldId id="258" r:id="rId6"/>
    <p:sldId id="342" r:id="rId7"/>
    <p:sldId id="259" r:id="rId8"/>
    <p:sldId id="260" r:id="rId9"/>
    <p:sldId id="262" r:id="rId10"/>
    <p:sldId id="263" r:id="rId11"/>
    <p:sldId id="264" r:id="rId12"/>
    <p:sldId id="265" r:id="rId13"/>
    <p:sldId id="266" r:id="rId14"/>
    <p:sldId id="341" r:id="rId15"/>
    <p:sldId id="269" r:id="rId16"/>
    <p:sldId id="270" r:id="rId17"/>
    <p:sldId id="271" r:id="rId18"/>
    <p:sldId id="272" r:id="rId19"/>
    <p:sldId id="273" r:id="rId20"/>
    <p:sldId id="274" r:id="rId21"/>
    <p:sldId id="296" r:id="rId22"/>
  </p:sldIdLst>
  <p:sldSz cx="12192000" cy="6858000"/>
  <p:notesSz cx="6858000" cy="9144000"/>
  <p:embeddedFontLst>
    <p:embeddedFont>
      <p:font typeface="Algerian" pitchFamily="82" charset="0"/>
      <p:regular r:id="rId24"/>
    </p:embeddedFont>
    <p:embeddedFont>
      <p:font typeface="Articulate" panose="020B0604020202020204" pitchFamily="34" charset="0"/>
      <p:regular r:id="rId25"/>
      <p:bold r:id="rId26"/>
      <p:italic r:id="rId27"/>
      <p:boldItalic r:id="rId28"/>
    </p:embeddedFont>
    <p:embeddedFont>
      <p:font typeface="Assistant" pitchFamily="2" charset="-79"/>
      <p:regular r:id="rId29"/>
      <p:bold r:id="rId30"/>
    </p:embeddedFont>
    <p:embeddedFont>
      <p:font typeface="Assistant ExtraBold" pitchFamily="2" charset="-79"/>
      <p:bold r:id="rId31"/>
    </p:embeddedFont>
    <p:embeddedFont>
      <p:font typeface="Calibri" panose="020F0502020204030204" pitchFamily="34" charset="0"/>
      <p:regular r:id="rId32"/>
      <p:bold r:id="rId33"/>
      <p:italic r:id="rId34"/>
      <p:boldItalic r:id="rId35"/>
    </p:embeddedFont>
    <p:embeddedFont>
      <p:font typeface="Segoe UI Semilight" panose="020B0402040204020203" pitchFamily="34"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500" autoAdjust="0"/>
    <p:restoredTop sz="84912" autoAdjust="0"/>
  </p:normalViewPr>
  <p:slideViewPr>
    <p:cSldViewPr snapToGrid="0">
      <p:cViewPr varScale="1">
        <p:scale>
          <a:sx n="111" d="100"/>
          <a:sy n="111" d="100"/>
        </p:scale>
        <p:origin x="73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3.fntdata" /><Relationship Id="rId39"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font" Target="fonts/font11.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2.fntdata" /><Relationship Id="rId33" Type="http://schemas.openxmlformats.org/officeDocument/2006/relationships/font" Target="fonts/font10.fntdata" /><Relationship Id="rId38"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font" Target="fonts/font6.fntdata" /><Relationship Id="rId41"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1.fntdata" /><Relationship Id="rId32" Type="http://schemas.openxmlformats.org/officeDocument/2006/relationships/font" Target="fonts/font9.fntdata" /><Relationship Id="rId37" Type="http://schemas.openxmlformats.org/officeDocument/2006/relationships/font" Target="fonts/font14.fntdata" /><Relationship Id="rId40"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notesMaster" Target="notesMasters/notesMaster1.xml" /><Relationship Id="rId28" Type="http://schemas.openxmlformats.org/officeDocument/2006/relationships/font" Target="fonts/font5.fntdata" /><Relationship Id="rId36" Type="http://schemas.openxmlformats.org/officeDocument/2006/relationships/font" Target="fonts/font13.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font" Target="fonts/font8.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font" Target="fonts/font4.fntdata" /><Relationship Id="rId30" Type="http://schemas.openxmlformats.org/officeDocument/2006/relationships/font" Target="fonts/font7.fntdata" /><Relationship Id="rId35" Type="http://schemas.openxmlformats.org/officeDocument/2006/relationships/font" Target="fonts/font12.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8BDAC508-92F1-4E05-9C56-BB16028EDA5A}" type="datetimeFigureOut">
              <a:rPr lang="en-US" smtClean="0"/>
              <a:t>10/4/2026</a:t>
            </a:fld>
            <a:endParaRPr lang="en-US"/>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36F0EE2D-F9F8-4ECE-AF0B-F78FB1EF2431}" type="slidenum">
              <a:rPr lang="en-US" smtClean="0"/>
              <a:t>‹#›</a:t>
            </a:fld>
            <a:endParaRPr lang="en-US"/>
          </a:p>
        </p:txBody>
      </p:sp>
    </p:spTree>
    <p:extLst>
      <p:ext uri="{BB962C8B-B14F-4D97-AF65-F5344CB8AC3E}">
        <p14:creationId xmlns:p14="http://schemas.microsoft.com/office/powerpoint/2010/main" val="114731719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5"/>
        <p:cNvGrpSpPr/>
        <p:nvPr/>
      </p:nvGrpSpPr>
      <p:grpSpPr>
        <a:xfrm>
          <a:off x="0" y="0"/>
          <a:ext cx="0" cy="0"/>
          <a:chOff x="0" y="0"/>
          <a:chExt cx="0" cy="0"/>
        </a:xfrm>
      </p:grpSpPr>
      <p:sp>
        <p:nvSpPr>
          <p:cNvPr id="1956" name="Google Shape;1956;g7189723225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7" name="Google Shape;1957;g7189723225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1214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36F0EE2D-F9F8-4ECE-AF0B-F78FB1EF2431}" type="slidenum">
              <a:rPr lang="en-US" smtClean="0"/>
              <a:t>3</a:t>
            </a:fld>
            <a:endParaRPr lang="en-US"/>
          </a:p>
        </p:txBody>
      </p:sp>
    </p:spTree>
    <p:extLst>
      <p:ext uri="{BB962C8B-B14F-4D97-AF65-F5344CB8AC3E}">
        <p14:creationId xmlns:p14="http://schemas.microsoft.com/office/powerpoint/2010/main" val="1494755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400" dirty="0" err="1">
                <a:latin typeface="Assistant" panose="00000500000000000000" pitchFamily="2" charset="-79"/>
                <a:cs typeface="Assistant" panose="00000500000000000000" pitchFamily="2" charset="-79"/>
              </a:rPr>
              <a:t>כדוה"א</a:t>
            </a:r>
            <a:r>
              <a:rPr lang="he-IL" sz="1400" dirty="0">
                <a:latin typeface="Assistant" panose="00000500000000000000" pitchFamily="2" charset="-79"/>
                <a:cs typeface="Assistant" panose="00000500000000000000" pitchFamily="2" charset="-79"/>
              </a:rPr>
              <a:t> הוא צורה מאוד מורכבת (הרים, שקעים, גבעות ועוד) לכן, לא ניתן לחלק אותו ולעשות חישובים על גביו (למצוא נ"צ). לכן, נצטרך למצוא צורה מתמטית שמוכרת לנו, שניתנה לחלוקה וביצוע חישובים על גביה. צורה מתמטית זו נקראת גם גוף ייחוס מרחבי.</a:t>
            </a:r>
          </a:p>
        </p:txBody>
      </p:sp>
      <p:sp>
        <p:nvSpPr>
          <p:cNvPr id="4" name="Slide Number Placeholder 3"/>
          <p:cNvSpPr>
            <a:spLocks noGrp="1"/>
          </p:cNvSpPr>
          <p:nvPr>
            <p:ph type="sldNum" sz="quarter" idx="5"/>
          </p:nvPr>
        </p:nvSpPr>
        <p:spPr/>
        <p:txBody>
          <a:bodyPr/>
          <a:lstStyle/>
          <a:p>
            <a:fld id="{36F0EE2D-F9F8-4ECE-AF0B-F78FB1EF2431}" type="slidenum">
              <a:rPr lang="en-US" smtClean="0"/>
              <a:t>4</a:t>
            </a:fld>
            <a:endParaRPr lang="en-US"/>
          </a:p>
        </p:txBody>
      </p:sp>
    </p:spTree>
    <p:extLst>
      <p:ext uri="{BB962C8B-B14F-4D97-AF65-F5344CB8AC3E}">
        <p14:creationId xmlns:p14="http://schemas.microsoft.com/office/powerpoint/2010/main" val="3295760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sz="1400" dirty="0" err="1">
                <a:latin typeface="Assistant" panose="00000500000000000000" pitchFamily="2" charset="-79"/>
                <a:cs typeface="Assistant" panose="00000500000000000000" pitchFamily="2" charset="-79"/>
              </a:rPr>
              <a:t>אליפסואיד</a:t>
            </a:r>
            <a:r>
              <a:rPr lang="he-IL" sz="1400" dirty="0">
                <a:latin typeface="Assistant" panose="00000500000000000000" pitchFamily="2" charset="-79"/>
                <a:cs typeface="Assistant" panose="00000500000000000000" pitchFamily="2" charset="-79"/>
              </a:rPr>
              <a:t> – אליפסה תלת ממדית</a:t>
            </a:r>
          </a:p>
          <a:p>
            <a:r>
              <a:rPr lang="he-IL" sz="1400" dirty="0">
                <a:latin typeface="Assistant" panose="00000500000000000000" pitchFamily="2" charset="-79"/>
                <a:cs typeface="Assistant" panose="00000500000000000000" pitchFamily="2" charset="-79"/>
              </a:rPr>
              <a:t>גאואיד – משטח שווה פוטנציאלים (כבידת כדור הארץ קבועה לכל אורכו) כלומר, משטח המייצג את פני הים במצב שיווי משקל ללא השפעת זרמים, גאות ושפלה.</a:t>
            </a:r>
          </a:p>
        </p:txBody>
      </p:sp>
      <p:sp>
        <p:nvSpPr>
          <p:cNvPr id="4" name="Slide Number Placeholder 3"/>
          <p:cNvSpPr>
            <a:spLocks noGrp="1"/>
          </p:cNvSpPr>
          <p:nvPr>
            <p:ph type="sldNum" sz="quarter" idx="5"/>
          </p:nvPr>
        </p:nvSpPr>
        <p:spPr/>
        <p:txBody>
          <a:bodyPr/>
          <a:lstStyle/>
          <a:p>
            <a:fld id="{36F0EE2D-F9F8-4ECE-AF0B-F78FB1EF2431}" type="slidenum">
              <a:rPr lang="en-US" smtClean="0"/>
              <a:t>6</a:t>
            </a:fld>
            <a:endParaRPr lang="en-US"/>
          </a:p>
        </p:txBody>
      </p:sp>
    </p:spTree>
    <p:extLst>
      <p:ext uri="{BB962C8B-B14F-4D97-AF65-F5344CB8AC3E}">
        <p14:creationId xmlns:p14="http://schemas.microsoft.com/office/powerpoint/2010/main" val="1314766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sz="1400" dirty="0">
                <a:latin typeface="Assistant" panose="00000500000000000000" pitchFamily="2" charset="-79"/>
                <a:cs typeface="Assistant" panose="00000500000000000000" pitchFamily="2" charset="-79"/>
              </a:rPr>
              <a:t>כמו שאפשר ליצור אינסוף משולשים ()</a:t>
            </a:r>
          </a:p>
        </p:txBody>
      </p:sp>
      <p:sp>
        <p:nvSpPr>
          <p:cNvPr id="4" name="Slide Number Placeholder 3"/>
          <p:cNvSpPr>
            <a:spLocks noGrp="1"/>
          </p:cNvSpPr>
          <p:nvPr>
            <p:ph type="sldNum" sz="quarter" idx="5"/>
          </p:nvPr>
        </p:nvSpPr>
        <p:spPr/>
        <p:txBody>
          <a:bodyPr/>
          <a:lstStyle/>
          <a:p>
            <a:fld id="{36F0EE2D-F9F8-4ECE-AF0B-F78FB1EF2431}" type="slidenum">
              <a:rPr lang="en-US" smtClean="0"/>
              <a:t>9</a:t>
            </a:fld>
            <a:endParaRPr lang="en-US"/>
          </a:p>
        </p:txBody>
      </p:sp>
    </p:spTree>
    <p:extLst>
      <p:ext uri="{BB962C8B-B14F-4D97-AF65-F5344CB8AC3E}">
        <p14:creationId xmlns:p14="http://schemas.microsoft.com/office/powerpoint/2010/main" val="2697317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err="1"/>
              <a:t>הגיאואיד</a:t>
            </a:r>
            <a:r>
              <a:rPr lang="he-IL" dirty="0"/>
              <a:t> מייצג את גובה פני הים הממוצעים ומדמה מה היה גובה פני הים אילו היו רק מים בעולם, ללא היבשות, תחת השפעת כוח המשיכה בלבד.</a:t>
            </a:r>
          </a:p>
        </p:txBody>
      </p:sp>
      <p:sp>
        <p:nvSpPr>
          <p:cNvPr id="4" name="Slide Number Placeholder 3"/>
          <p:cNvSpPr>
            <a:spLocks noGrp="1"/>
          </p:cNvSpPr>
          <p:nvPr>
            <p:ph type="sldNum" sz="quarter" idx="5"/>
          </p:nvPr>
        </p:nvSpPr>
        <p:spPr/>
        <p:txBody>
          <a:bodyPr/>
          <a:lstStyle/>
          <a:p>
            <a:fld id="{36F0EE2D-F9F8-4ECE-AF0B-F78FB1EF2431}" type="slidenum">
              <a:rPr lang="en-US" smtClean="0"/>
              <a:t>12</a:t>
            </a:fld>
            <a:endParaRPr lang="en-US"/>
          </a:p>
        </p:txBody>
      </p:sp>
    </p:spTree>
    <p:extLst>
      <p:ext uri="{BB962C8B-B14F-4D97-AF65-F5344CB8AC3E}">
        <p14:creationId xmlns:p14="http://schemas.microsoft.com/office/powerpoint/2010/main" val="37734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המטרה של </a:t>
            </a:r>
            <a:r>
              <a:rPr lang="he-IL" dirty="0" err="1"/>
              <a:t>דאטום</a:t>
            </a:r>
            <a:r>
              <a:rPr lang="he-IL" dirty="0"/>
              <a:t> היא שיהיה כמה שיותר דומה וקרוב לפני השטח. מתבצע ע"י הלבשה של </a:t>
            </a:r>
            <a:r>
              <a:rPr lang="he-IL" dirty="0" err="1"/>
              <a:t>האליפסואיד</a:t>
            </a:r>
            <a:r>
              <a:rPr lang="he-IL" dirty="0"/>
              <a:t> (הפרמטרים השונים).</a:t>
            </a:r>
          </a:p>
        </p:txBody>
      </p:sp>
      <p:sp>
        <p:nvSpPr>
          <p:cNvPr id="4" name="Slide Number Placeholder 3"/>
          <p:cNvSpPr>
            <a:spLocks noGrp="1"/>
          </p:cNvSpPr>
          <p:nvPr>
            <p:ph type="sldNum" sz="quarter" idx="5"/>
          </p:nvPr>
        </p:nvSpPr>
        <p:spPr/>
        <p:txBody>
          <a:bodyPr/>
          <a:lstStyle/>
          <a:p>
            <a:fld id="{36F0EE2D-F9F8-4ECE-AF0B-F78FB1EF2431}" type="slidenum">
              <a:rPr lang="en-US" smtClean="0"/>
              <a:t>15</a:t>
            </a:fld>
            <a:endParaRPr lang="en-US"/>
          </a:p>
        </p:txBody>
      </p:sp>
    </p:spTree>
    <p:extLst>
      <p:ext uri="{BB962C8B-B14F-4D97-AF65-F5344CB8AC3E}">
        <p14:creationId xmlns:p14="http://schemas.microsoft.com/office/powerpoint/2010/main" val="110075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b="1" dirty="0"/>
              <a:t>נרצה להתאים את </a:t>
            </a:r>
            <a:r>
              <a:rPr lang="he-IL" b="1" dirty="0" err="1"/>
              <a:t>הדאטום</a:t>
            </a:r>
            <a:r>
              <a:rPr lang="he-IL" b="1" dirty="0"/>
              <a:t> (האדום) לשטח הספציפי בו נרצה </a:t>
            </a:r>
            <a:r>
              <a:rPr lang="he-IL" b="1" dirty="0" err="1"/>
              <a:t>דאטום</a:t>
            </a:r>
            <a:r>
              <a:rPr lang="he-IL" b="1" dirty="0"/>
              <a:t> (השחור).</a:t>
            </a:r>
          </a:p>
          <a:p>
            <a:pPr marL="171450" indent="-171450">
              <a:buFont typeface="Arial" panose="020B0604020202020204" pitchFamily="34" charset="0"/>
              <a:buChar char="•"/>
            </a:pPr>
            <a:r>
              <a:rPr lang="he-IL" dirty="0"/>
              <a:t>הזזה- הזזה של </a:t>
            </a:r>
            <a:r>
              <a:rPr lang="he-IL" dirty="0" err="1"/>
              <a:t>הדאטום</a:t>
            </a:r>
            <a:r>
              <a:rPr lang="he-IL" dirty="0"/>
              <a:t> עצמו במרחב (</a:t>
            </a:r>
            <a:r>
              <a:rPr lang="en-US" dirty="0"/>
              <a:t>(X,Y,Z</a:t>
            </a:r>
            <a:endParaRPr lang="he-IL" dirty="0"/>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dirty="0"/>
              <a:t>סיבוב= סיבוב של </a:t>
            </a:r>
            <a:r>
              <a:rPr lang="he-IL" dirty="0" err="1"/>
              <a:t>הדאטום</a:t>
            </a:r>
            <a:r>
              <a:rPr lang="he-IL" dirty="0"/>
              <a:t> עצמו בציר משלו (</a:t>
            </a:r>
            <a:r>
              <a:rPr lang="en-US" dirty="0"/>
              <a:t>(X,Y,Z</a:t>
            </a:r>
            <a:endParaRPr lang="he-IL" dirty="0"/>
          </a:p>
          <a:p>
            <a:pPr marL="171450" indent="-171450">
              <a:buFont typeface="Arial" panose="020B0604020202020204" pitchFamily="34" charset="0"/>
              <a:buChar char="•"/>
            </a:pPr>
            <a:r>
              <a:rPr lang="he-IL" dirty="0"/>
              <a:t>קנה מידה= שינוי הגודל של </a:t>
            </a:r>
            <a:r>
              <a:rPr lang="he-IL" dirty="0" err="1"/>
              <a:t>הדאטום</a:t>
            </a:r>
            <a:r>
              <a:rPr lang="he-IL" dirty="0"/>
              <a:t>.</a:t>
            </a:r>
          </a:p>
          <a:p>
            <a:r>
              <a:rPr lang="he-IL" b="1" dirty="0"/>
              <a:t>דוגמה- הפקק צריך להתאים לבקבוק שלו</a:t>
            </a:r>
          </a:p>
        </p:txBody>
      </p:sp>
      <p:sp>
        <p:nvSpPr>
          <p:cNvPr id="4" name="Slide Number Placeholder 3"/>
          <p:cNvSpPr>
            <a:spLocks noGrp="1"/>
          </p:cNvSpPr>
          <p:nvPr>
            <p:ph type="sldNum" sz="quarter" idx="5"/>
          </p:nvPr>
        </p:nvSpPr>
        <p:spPr/>
        <p:txBody>
          <a:bodyPr/>
          <a:lstStyle/>
          <a:p>
            <a:fld id="{36F0EE2D-F9F8-4ECE-AF0B-F78FB1EF2431}" type="slidenum">
              <a:rPr lang="en-US" smtClean="0"/>
              <a:t>19</a:t>
            </a:fld>
            <a:endParaRPr lang="en-US"/>
          </a:p>
        </p:txBody>
      </p:sp>
    </p:spTree>
    <p:extLst>
      <p:ext uri="{BB962C8B-B14F-4D97-AF65-F5344CB8AC3E}">
        <p14:creationId xmlns:p14="http://schemas.microsoft.com/office/powerpoint/2010/main" val="3924494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2"/>
          <p:cNvSpPr/>
          <p:nvPr/>
        </p:nvSpPr>
        <p:spPr>
          <a:xfrm>
            <a:off x="2080233" y="5209500"/>
            <a:ext cx="3454800" cy="3454800"/>
          </a:xfrm>
          <a:prstGeom prst="ellipse">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 name="Google Shape;10;p2"/>
          <p:cNvSpPr/>
          <p:nvPr/>
        </p:nvSpPr>
        <p:spPr>
          <a:xfrm>
            <a:off x="2424000" y="5344967"/>
            <a:ext cx="3454800" cy="34548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10828900" y="0"/>
            <a:ext cx="3454800" cy="3454800"/>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0674233" y="-361433"/>
            <a:ext cx="3454800" cy="34548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rot="-8100000">
            <a:off x="8872767" y="-3093547"/>
            <a:ext cx="137461" cy="5826560"/>
          </a:xfrm>
          <a:prstGeom prst="round2SameRect">
            <a:avLst>
              <a:gd name="adj1" fmla="val 50000"/>
              <a:gd name="adj2" fmla="val 0"/>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4" name="Google Shape;14;p2"/>
          <p:cNvCxnSpPr/>
          <p:nvPr/>
        </p:nvCxnSpPr>
        <p:spPr>
          <a:xfrm rot="10800000" flipH="1">
            <a:off x="7511633" y="-979867"/>
            <a:ext cx="2698400" cy="2612800"/>
          </a:xfrm>
          <a:prstGeom prst="straightConnector1">
            <a:avLst/>
          </a:prstGeom>
          <a:noFill/>
          <a:ln w="19050" cap="flat" cmpd="sng">
            <a:solidFill>
              <a:schemeClr val="accent3"/>
            </a:solidFill>
            <a:prstDash val="solid"/>
            <a:round/>
            <a:headEnd type="none" w="med" len="med"/>
            <a:tailEnd type="none" w="med" len="med"/>
          </a:ln>
        </p:spPr>
      </p:cxnSp>
      <p:sp>
        <p:nvSpPr>
          <p:cNvPr id="15" name="Google Shape;15;p2"/>
          <p:cNvSpPr/>
          <p:nvPr/>
        </p:nvSpPr>
        <p:spPr>
          <a:xfrm rot="2700000">
            <a:off x="9455768" y="5469422"/>
            <a:ext cx="137461" cy="2618557"/>
          </a:xfrm>
          <a:prstGeom prst="round2SameRect">
            <a:avLst>
              <a:gd name="adj1" fmla="val 50000"/>
              <a:gd name="adj2" fmla="val 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6" name="Google Shape;16;p2"/>
          <p:cNvCxnSpPr/>
          <p:nvPr/>
        </p:nvCxnSpPr>
        <p:spPr>
          <a:xfrm rot="10800000" flipH="1">
            <a:off x="8680433" y="5344967"/>
            <a:ext cx="2698400" cy="2612800"/>
          </a:xfrm>
          <a:prstGeom prst="straightConnector1">
            <a:avLst/>
          </a:prstGeom>
          <a:noFill/>
          <a:ln w="19050" cap="flat" cmpd="sng">
            <a:solidFill>
              <a:schemeClr val="accent4"/>
            </a:solidFill>
            <a:prstDash val="solid"/>
            <a:round/>
            <a:headEnd type="none" w="med" len="med"/>
            <a:tailEnd type="none" w="med" len="med"/>
          </a:ln>
        </p:spPr>
      </p:cxnSp>
      <p:sp>
        <p:nvSpPr>
          <p:cNvPr id="19" name="Google Shape;19;p2"/>
          <p:cNvSpPr/>
          <p:nvPr/>
        </p:nvSpPr>
        <p:spPr>
          <a:xfrm>
            <a:off x="-1374700" y="-1151733"/>
            <a:ext cx="7091600" cy="67032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9;p2"/>
          <p:cNvSpPr/>
          <p:nvPr/>
        </p:nvSpPr>
        <p:spPr>
          <a:xfrm>
            <a:off x="-1124303" y="-891234"/>
            <a:ext cx="5840236" cy="5840236"/>
          </a:xfrm>
          <a:prstGeom prst="ellips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154;p24"/>
          <p:cNvSpPr/>
          <p:nvPr/>
        </p:nvSpPr>
        <p:spPr>
          <a:xfrm>
            <a:off x="8291644" y="5267122"/>
            <a:ext cx="4292833" cy="854151"/>
          </a:xfrm>
          <a:prstGeom prst="roundRect">
            <a:avLst>
              <a:gd name="adj" fmla="val 50000"/>
            </a:avLst>
          </a:prstGeom>
          <a:solidFill>
            <a:schemeClr val="accent2"/>
          </a:solidFill>
          <a:ln>
            <a:noFill/>
          </a:ln>
          <a:effectLst>
            <a:outerShdw blurRad="214313" dist="95250" dir="5400000" algn="bl" rotWithShape="0">
              <a:schemeClr val="accent2">
                <a:alpha val="20000"/>
              </a:schemeClr>
            </a:outerShdw>
          </a:effectLst>
        </p:spPr>
        <p:txBody>
          <a:bodyPr spcFirstLastPara="1" wrap="square" lIns="162533" tIns="162533" rIns="162533" bIns="162533" anchor="ctr" anchorCtr="0">
            <a:noAutofit/>
          </a:bodyPr>
          <a:lstStyle/>
          <a:p>
            <a:pPr algn="l" rtl="0"/>
            <a:endParaRPr sz="3200"/>
          </a:p>
        </p:txBody>
      </p:sp>
      <p:sp>
        <p:nvSpPr>
          <p:cNvPr id="21" name="Google Shape;163;p25">
            <a:extLst>
              <a:ext uri="{FF2B5EF4-FFF2-40B4-BE49-F238E27FC236}">
                <a16:creationId xmlns:a16="http://schemas.microsoft.com/office/drawing/2014/main" id="{14AB6F89-2423-4110-B998-E4723733F291}"/>
              </a:ext>
            </a:extLst>
          </p:cNvPr>
          <p:cNvSpPr txBox="1">
            <a:spLocks/>
          </p:cNvSpPr>
          <p:nvPr/>
        </p:nvSpPr>
        <p:spPr>
          <a:xfrm>
            <a:off x="8453544" y="5332004"/>
            <a:ext cx="3738457" cy="618145"/>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rtl="0"/>
            <a:r>
              <a:rPr lang="he-IL" sz="3200" b="1" dirty="0">
                <a:solidFill>
                  <a:schemeClr val="bg1"/>
                </a:solidFill>
                <a:effectLst>
                  <a:outerShdw blurRad="38100" dist="38100" dir="2700000" algn="tl">
                    <a:srgbClr val="000000">
                      <a:alpha val="43137"/>
                    </a:srgbClr>
                  </a:outerShdw>
                </a:effectLst>
                <a:latin typeface="Assistant" panose="00000500000000000000" pitchFamily="2" charset="-79"/>
                <a:cs typeface="Assistant" panose="00000500000000000000" pitchFamily="2" charset="-79"/>
              </a:rPr>
              <a:t>קורס </a:t>
            </a:r>
            <a:r>
              <a:rPr lang="he-IL" sz="3200" b="1" dirty="0" err="1">
                <a:solidFill>
                  <a:schemeClr val="bg1"/>
                </a:solidFill>
                <a:effectLst>
                  <a:outerShdw blurRad="38100" dist="38100" dir="2700000" algn="tl">
                    <a:srgbClr val="000000">
                      <a:alpha val="43137"/>
                    </a:srgbClr>
                  </a:outerShdw>
                </a:effectLst>
                <a:latin typeface="Assistant" panose="00000500000000000000" pitchFamily="2" charset="-79"/>
                <a:cs typeface="Assistant" panose="00000500000000000000" pitchFamily="2" charset="-79"/>
              </a:rPr>
              <a:t>מג"א</a:t>
            </a:r>
            <a:r>
              <a:rPr lang="he-IL" sz="3200" b="1" dirty="0">
                <a:solidFill>
                  <a:schemeClr val="bg1"/>
                </a:solidFill>
                <a:effectLst>
                  <a:outerShdw blurRad="38100" dist="38100" dir="2700000" algn="tl">
                    <a:srgbClr val="000000">
                      <a:alpha val="43137"/>
                    </a:srgbClr>
                  </a:outerShdw>
                </a:effectLst>
                <a:latin typeface="Assistant" panose="00000500000000000000" pitchFamily="2" charset="-79"/>
                <a:cs typeface="Assistant" panose="00000500000000000000" pitchFamily="2" charset="-79"/>
              </a:rPr>
              <a:t> \ גיאודזיה</a:t>
            </a:r>
            <a:endParaRPr lang="en-US" sz="3200" b="1" dirty="0">
              <a:solidFill>
                <a:schemeClr val="bg1"/>
              </a:solidFill>
              <a:effectLst>
                <a:outerShdw blurRad="38100" dist="38100" dir="2700000" algn="tl">
                  <a:srgbClr val="000000">
                    <a:alpha val="43137"/>
                  </a:srgbClr>
                </a:outerShdw>
              </a:effectLst>
              <a:latin typeface="Assistant" panose="00000500000000000000" pitchFamily="2" charset="-79"/>
              <a:cs typeface="Assistant" panose="00000500000000000000" pitchFamily="2" charset="-79"/>
            </a:endParaRPr>
          </a:p>
        </p:txBody>
      </p:sp>
      <p:sp>
        <p:nvSpPr>
          <p:cNvPr id="3" name="מציין מיקום טקסט 2">
            <a:extLst>
              <a:ext uri="{FF2B5EF4-FFF2-40B4-BE49-F238E27FC236}">
                <a16:creationId xmlns:a16="http://schemas.microsoft.com/office/drawing/2014/main" id="{329BAB69-103A-4066-B374-A537F5B7B7BB}"/>
              </a:ext>
            </a:extLst>
          </p:cNvPr>
          <p:cNvSpPr>
            <a:spLocks noGrp="1"/>
          </p:cNvSpPr>
          <p:nvPr>
            <p:ph type="body" sz="quarter" idx="12" hasCustomPrompt="1"/>
          </p:nvPr>
        </p:nvSpPr>
        <p:spPr>
          <a:xfrm>
            <a:off x="438149" y="2096574"/>
            <a:ext cx="11315700" cy="1517649"/>
          </a:xfrm>
          <a:prstGeom prst="rect">
            <a:avLst/>
          </a:prstGeom>
        </p:spPr>
        <p:txBody>
          <a:bodyPr/>
          <a:lstStyle>
            <a:lvl1pPr algn="ctr">
              <a:defRPr sz="6400" b="1"/>
            </a:lvl1pPr>
          </a:lstStyle>
          <a:p>
            <a:pPr lvl="0"/>
            <a:r>
              <a:rPr lang="he-IL" dirty="0"/>
              <a:t>נושא המצגת</a:t>
            </a:r>
          </a:p>
        </p:txBody>
      </p:sp>
      <p:sp>
        <p:nvSpPr>
          <p:cNvPr id="8" name="מציין מיקום טקסט 7">
            <a:extLst>
              <a:ext uri="{FF2B5EF4-FFF2-40B4-BE49-F238E27FC236}">
                <a16:creationId xmlns:a16="http://schemas.microsoft.com/office/drawing/2014/main" id="{2B1217E7-7306-47FE-9EEF-7FB41379AF59}"/>
              </a:ext>
            </a:extLst>
          </p:cNvPr>
          <p:cNvSpPr>
            <a:spLocks noGrp="1"/>
          </p:cNvSpPr>
          <p:nvPr>
            <p:ph type="body" sz="quarter" idx="13" hasCustomPrompt="1"/>
          </p:nvPr>
        </p:nvSpPr>
        <p:spPr>
          <a:xfrm>
            <a:off x="438151" y="3615267"/>
            <a:ext cx="11315700" cy="1130300"/>
          </a:xfrm>
          <a:prstGeom prst="rect">
            <a:avLst/>
          </a:prstGeom>
        </p:spPr>
        <p:txBody>
          <a:bodyPr/>
          <a:lstStyle>
            <a:lvl1pPr algn="ctr" rtl="1">
              <a:defRPr sz="2667">
                <a:cs typeface="+mn-cs"/>
              </a:defRPr>
            </a:lvl1pPr>
            <a:lvl2pPr algn="ctr">
              <a:defRPr sz="2667">
                <a:cs typeface="+mn-cs"/>
              </a:defRPr>
            </a:lvl2pPr>
            <a:lvl3pPr algn="ctr">
              <a:defRPr sz="2667">
                <a:cs typeface="+mn-cs"/>
              </a:defRPr>
            </a:lvl3pPr>
            <a:lvl4pPr algn="ctr">
              <a:defRPr sz="2667">
                <a:cs typeface="+mn-cs"/>
              </a:defRPr>
            </a:lvl4pPr>
            <a:lvl5pPr algn="ctr">
              <a:defRPr sz="2667">
                <a:cs typeface="+mn-cs"/>
              </a:defRPr>
            </a:lvl5pPr>
          </a:lstStyle>
          <a:p>
            <a:pPr rtl="1"/>
            <a:r>
              <a:rPr lang="he-IL" sz="2667" dirty="0">
                <a:latin typeface="Assistant" panose="00000500000000000000" pitchFamily="2" charset="-79"/>
                <a:cs typeface="Assistant" panose="00000500000000000000" pitchFamily="2" charset="-79"/>
              </a:rPr>
              <a:t>תאריך</a:t>
            </a:r>
          </a:p>
          <a:p>
            <a:pPr rtl="1"/>
            <a:r>
              <a:rPr lang="en-US" sz="2667" dirty="0">
                <a:latin typeface="Assistant" panose="00000500000000000000" pitchFamily="2" charset="-79"/>
                <a:cs typeface="Assistant" panose="00000500000000000000" pitchFamily="2" charset="-79"/>
              </a:rPr>
              <a:t>XX\XX\XX</a:t>
            </a:r>
            <a:endParaRPr lang="he-IL" dirty="0"/>
          </a:p>
          <a:p>
            <a:pPr lvl="4"/>
            <a:endParaRPr lang="he-IL" dirty="0"/>
          </a:p>
        </p:txBody>
      </p:sp>
    </p:spTree>
    <p:extLst>
      <p:ext uri="{BB962C8B-B14F-4D97-AF65-F5344CB8AC3E}">
        <p14:creationId xmlns:p14="http://schemas.microsoft.com/office/powerpoint/2010/main" val="2769814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reserve="1">
  <p:cSld name="1_One column text">
    <p:spTree>
      <p:nvGrpSpPr>
        <p:cNvPr id="1" name="Shape 52"/>
        <p:cNvGrpSpPr/>
        <p:nvPr/>
      </p:nvGrpSpPr>
      <p:grpSpPr>
        <a:xfrm>
          <a:off x="0" y="0"/>
          <a:ext cx="0" cy="0"/>
          <a:chOff x="0" y="0"/>
          <a:chExt cx="0" cy="0"/>
        </a:xfrm>
      </p:grpSpPr>
      <p:sp>
        <p:nvSpPr>
          <p:cNvPr id="55" name="Google Shape;55;p7"/>
          <p:cNvSpPr/>
          <p:nvPr/>
        </p:nvSpPr>
        <p:spPr>
          <a:xfrm rot="10800000">
            <a:off x="-329709" y="-1055069"/>
            <a:ext cx="2776400" cy="2776400"/>
          </a:xfrm>
          <a:prstGeom prst="ellipse">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6" name="Google Shape;56;p7"/>
          <p:cNvSpPr/>
          <p:nvPr/>
        </p:nvSpPr>
        <p:spPr>
          <a:xfrm rot="10800000">
            <a:off x="-605967" y="-1163933"/>
            <a:ext cx="2776400" cy="27764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 name="Google Shape;57;p7"/>
          <p:cNvSpPr/>
          <p:nvPr/>
        </p:nvSpPr>
        <p:spPr>
          <a:xfrm rot="2700000">
            <a:off x="9455768" y="5469422"/>
            <a:ext cx="137461" cy="2618557"/>
          </a:xfrm>
          <a:prstGeom prst="round2SameRect">
            <a:avLst>
              <a:gd name="adj1" fmla="val 50000"/>
              <a:gd name="adj2" fmla="val 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58" name="Google Shape;58;p7"/>
          <p:cNvCxnSpPr/>
          <p:nvPr/>
        </p:nvCxnSpPr>
        <p:spPr>
          <a:xfrm rot="10800000" flipH="1">
            <a:off x="8680433" y="5344967"/>
            <a:ext cx="2698400" cy="2612800"/>
          </a:xfrm>
          <a:prstGeom prst="straightConnector1">
            <a:avLst/>
          </a:prstGeom>
          <a:noFill/>
          <a:ln w="19050" cap="flat" cmpd="sng">
            <a:solidFill>
              <a:schemeClr val="accent4"/>
            </a:solidFill>
            <a:prstDash val="solid"/>
            <a:round/>
            <a:headEnd type="none" w="med" len="med"/>
            <a:tailEnd type="none" w="med" len="med"/>
          </a:ln>
        </p:spPr>
      </p:cxnSp>
      <p:sp>
        <p:nvSpPr>
          <p:cNvPr id="59" name="Google Shape;59;p7"/>
          <p:cNvSpPr/>
          <p:nvPr/>
        </p:nvSpPr>
        <p:spPr>
          <a:xfrm rot="10800000">
            <a:off x="-2153167" y="4298867"/>
            <a:ext cx="2776400" cy="27764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54;p24">
            <a:extLst>
              <a:ext uri="{FF2B5EF4-FFF2-40B4-BE49-F238E27FC236}">
                <a16:creationId xmlns:a16="http://schemas.microsoft.com/office/drawing/2014/main" id="{AB057EE3-1AAD-4A03-842F-9C376722569C}"/>
              </a:ext>
            </a:extLst>
          </p:cNvPr>
          <p:cNvSpPr/>
          <p:nvPr/>
        </p:nvSpPr>
        <p:spPr>
          <a:xfrm>
            <a:off x="8999615" y="867395"/>
            <a:ext cx="3021455" cy="655659"/>
          </a:xfrm>
          <a:prstGeom prst="roundRect">
            <a:avLst>
              <a:gd name="adj" fmla="val 50000"/>
            </a:avLst>
          </a:prstGeom>
          <a:solidFill>
            <a:schemeClr val="accent4">
              <a:lumMod val="75000"/>
            </a:schemeClr>
          </a:solidFill>
          <a:ln>
            <a:noFill/>
          </a:ln>
          <a:effectLst>
            <a:outerShdw blurRad="214313" dist="95250" dir="5400000" algn="bl" rotWithShape="0">
              <a:schemeClr val="accent2">
                <a:alpha val="20000"/>
              </a:schemeClr>
            </a:outerShdw>
          </a:effectLst>
        </p:spPr>
        <p:txBody>
          <a:bodyPr spcFirstLastPara="1" wrap="square" lIns="162533" tIns="162533" rIns="162533" bIns="162533" anchor="ctr" anchorCtr="0">
            <a:noAutofit/>
          </a:bodyPr>
          <a:lstStyle/>
          <a:p>
            <a:pPr algn="l" rtl="0"/>
            <a:endParaRPr sz="2400"/>
          </a:p>
        </p:txBody>
      </p:sp>
      <p:sp>
        <p:nvSpPr>
          <p:cNvPr id="14" name="Google Shape;163;p25">
            <a:extLst>
              <a:ext uri="{FF2B5EF4-FFF2-40B4-BE49-F238E27FC236}">
                <a16:creationId xmlns:a16="http://schemas.microsoft.com/office/drawing/2014/main" id="{2A4AEA26-F588-4D34-84C6-D992CAB2D9A0}"/>
              </a:ext>
            </a:extLst>
          </p:cNvPr>
          <p:cNvSpPr txBox="1">
            <a:spLocks/>
          </p:cNvSpPr>
          <p:nvPr/>
        </p:nvSpPr>
        <p:spPr>
          <a:xfrm>
            <a:off x="8478928" y="882141"/>
            <a:ext cx="3145323" cy="575363"/>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algn="r" rtl="0"/>
            <a:r>
              <a:rPr lang="he-IL" sz="2667" b="1" dirty="0">
                <a:solidFill>
                  <a:schemeClr val="bg1"/>
                </a:solidFill>
                <a:latin typeface="Assistant" panose="00000500000000000000" pitchFamily="2" charset="-79"/>
                <a:cs typeface="Assistant" panose="00000500000000000000" pitchFamily="2" charset="-79"/>
              </a:rPr>
              <a:t>מטרות היחידה</a:t>
            </a:r>
            <a:endParaRPr lang="en-US" sz="2667" b="1" dirty="0">
              <a:solidFill>
                <a:schemeClr val="bg1"/>
              </a:solidFill>
              <a:latin typeface="Assistant" panose="00000500000000000000" pitchFamily="2" charset="-79"/>
              <a:cs typeface="Assistant" panose="00000500000000000000" pitchFamily="2" charset="-79"/>
            </a:endParaRPr>
          </a:p>
        </p:txBody>
      </p:sp>
      <p:sp>
        <p:nvSpPr>
          <p:cNvPr id="15" name="Google Shape;154;p24">
            <a:extLst>
              <a:ext uri="{FF2B5EF4-FFF2-40B4-BE49-F238E27FC236}">
                <a16:creationId xmlns:a16="http://schemas.microsoft.com/office/drawing/2014/main" id="{C9D4CE3B-0A7A-47AB-8A77-313731A33E98}"/>
              </a:ext>
            </a:extLst>
          </p:cNvPr>
          <p:cNvSpPr/>
          <p:nvPr/>
        </p:nvSpPr>
        <p:spPr>
          <a:xfrm>
            <a:off x="10448873" y="1919182"/>
            <a:ext cx="377572" cy="377572"/>
          </a:xfrm>
          <a:prstGeom prst="ellipse">
            <a:avLst/>
          </a:prstGeom>
          <a:solidFill>
            <a:schemeClr val="accent4">
              <a:lumMod val="75000"/>
            </a:schemeClr>
          </a:solidFill>
          <a:ln>
            <a:noFill/>
          </a:ln>
          <a:effectLst/>
        </p:spPr>
        <p:txBody>
          <a:bodyPr spcFirstLastPara="1" wrap="square" lIns="162533" tIns="162533" rIns="162533" bIns="162533" anchor="ctr" anchorCtr="0">
            <a:noAutofit/>
          </a:bodyPr>
          <a:lstStyle/>
          <a:p>
            <a:pPr algn="l" rtl="0"/>
            <a:r>
              <a:rPr lang="he-IL" sz="2400" dirty="0">
                <a:solidFill>
                  <a:schemeClr val="bg1"/>
                </a:solidFill>
                <a:latin typeface="Assistant ExtraBold" panose="00000900000000000000" pitchFamily="2" charset="-79"/>
                <a:cs typeface="Assistant ExtraBold" panose="00000900000000000000" pitchFamily="2" charset="-79"/>
              </a:rPr>
              <a:t>1</a:t>
            </a:r>
            <a:endParaRPr sz="2400" dirty="0">
              <a:solidFill>
                <a:schemeClr val="bg1"/>
              </a:solidFill>
              <a:latin typeface="Assistant ExtraBold" panose="00000900000000000000" pitchFamily="2" charset="-79"/>
              <a:cs typeface="Assistant ExtraBold" panose="00000900000000000000" pitchFamily="2" charset="-79"/>
            </a:endParaRPr>
          </a:p>
        </p:txBody>
      </p:sp>
      <p:sp>
        <p:nvSpPr>
          <p:cNvPr id="16" name="Google Shape;154;p24">
            <a:extLst>
              <a:ext uri="{FF2B5EF4-FFF2-40B4-BE49-F238E27FC236}">
                <a16:creationId xmlns:a16="http://schemas.microsoft.com/office/drawing/2014/main" id="{46801C1B-15AB-4529-99B1-6C0CC917CADB}"/>
              </a:ext>
            </a:extLst>
          </p:cNvPr>
          <p:cNvSpPr/>
          <p:nvPr/>
        </p:nvSpPr>
        <p:spPr>
          <a:xfrm>
            <a:off x="10448871" y="2494545"/>
            <a:ext cx="377572" cy="377572"/>
          </a:xfrm>
          <a:prstGeom prst="ellipse">
            <a:avLst/>
          </a:prstGeom>
          <a:solidFill>
            <a:schemeClr val="accent4">
              <a:lumMod val="75000"/>
            </a:schemeClr>
          </a:solidFill>
          <a:ln>
            <a:noFill/>
          </a:ln>
          <a:effectLst/>
        </p:spPr>
        <p:txBody>
          <a:bodyPr spcFirstLastPara="1" wrap="square" lIns="162533" tIns="162533" rIns="162533" bIns="162533" anchor="ctr" anchorCtr="0">
            <a:noAutofit/>
          </a:bodyPr>
          <a:lstStyle/>
          <a:p>
            <a:pPr algn="l" rtl="0"/>
            <a:r>
              <a:rPr lang="he-IL" sz="2400" dirty="0">
                <a:solidFill>
                  <a:schemeClr val="bg1"/>
                </a:solidFill>
                <a:latin typeface="Assistant ExtraBold" panose="00000900000000000000" pitchFamily="2" charset="-79"/>
                <a:cs typeface="Assistant ExtraBold" panose="00000900000000000000" pitchFamily="2" charset="-79"/>
              </a:rPr>
              <a:t>2</a:t>
            </a:r>
            <a:endParaRPr sz="2400" dirty="0">
              <a:solidFill>
                <a:schemeClr val="bg1"/>
              </a:solidFill>
              <a:latin typeface="Assistant ExtraBold" panose="00000900000000000000" pitchFamily="2" charset="-79"/>
              <a:cs typeface="Assistant ExtraBold" panose="00000900000000000000" pitchFamily="2" charset="-79"/>
            </a:endParaRPr>
          </a:p>
        </p:txBody>
      </p:sp>
      <p:sp>
        <p:nvSpPr>
          <p:cNvPr id="17" name="Google Shape;154;p24">
            <a:extLst>
              <a:ext uri="{FF2B5EF4-FFF2-40B4-BE49-F238E27FC236}">
                <a16:creationId xmlns:a16="http://schemas.microsoft.com/office/drawing/2014/main" id="{1E9366EC-592A-4382-993F-1A63DB19DA3D}"/>
              </a:ext>
            </a:extLst>
          </p:cNvPr>
          <p:cNvSpPr/>
          <p:nvPr/>
        </p:nvSpPr>
        <p:spPr>
          <a:xfrm>
            <a:off x="10448871" y="3079893"/>
            <a:ext cx="377572" cy="377572"/>
          </a:xfrm>
          <a:prstGeom prst="ellipse">
            <a:avLst/>
          </a:prstGeom>
          <a:solidFill>
            <a:schemeClr val="accent4">
              <a:lumMod val="75000"/>
            </a:schemeClr>
          </a:solidFill>
          <a:ln>
            <a:noFill/>
          </a:ln>
          <a:effectLst/>
        </p:spPr>
        <p:txBody>
          <a:bodyPr spcFirstLastPara="1" wrap="square" lIns="162533" tIns="162533" rIns="162533" bIns="162533" anchor="ctr" anchorCtr="0">
            <a:noAutofit/>
          </a:bodyPr>
          <a:lstStyle/>
          <a:p>
            <a:pPr algn="l" rtl="0"/>
            <a:r>
              <a:rPr lang="he-IL" sz="2400" dirty="0">
                <a:solidFill>
                  <a:schemeClr val="bg1"/>
                </a:solidFill>
                <a:latin typeface="Assistant ExtraBold" panose="00000900000000000000" pitchFamily="2" charset="-79"/>
                <a:cs typeface="Assistant ExtraBold" panose="00000900000000000000" pitchFamily="2" charset="-79"/>
              </a:rPr>
              <a:t>3</a:t>
            </a:r>
            <a:endParaRPr sz="2400" dirty="0">
              <a:solidFill>
                <a:schemeClr val="bg1"/>
              </a:solidFill>
              <a:latin typeface="Assistant ExtraBold" panose="00000900000000000000" pitchFamily="2" charset="-79"/>
              <a:cs typeface="Assistant ExtraBold" panose="00000900000000000000" pitchFamily="2" charset="-79"/>
            </a:endParaRPr>
          </a:p>
        </p:txBody>
      </p:sp>
      <p:sp>
        <p:nvSpPr>
          <p:cNvPr id="21" name="Google Shape;169;p26">
            <a:extLst>
              <a:ext uri="{FF2B5EF4-FFF2-40B4-BE49-F238E27FC236}">
                <a16:creationId xmlns:a16="http://schemas.microsoft.com/office/drawing/2014/main" id="{10C45933-EB83-4E89-8DEB-54486A0868F6}"/>
              </a:ext>
            </a:extLst>
          </p:cNvPr>
          <p:cNvSpPr/>
          <p:nvPr/>
        </p:nvSpPr>
        <p:spPr>
          <a:xfrm>
            <a:off x="1145790" y="4405608"/>
            <a:ext cx="4422057" cy="2035832"/>
          </a:xfrm>
          <a:prstGeom prst="roundRect">
            <a:avLst>
              <a:gd name="adj" fmla="val 16667"/>
            </a:avLst>
          </a:prstGeom>
          <a:solidFill>
            <a:schemeClr val="accent1"/>
          </a:solidFill>
          <a:ln>
            <a:noFill/>
          </a:ln>
        </p:spPr>
        <p:txBody>
          <a:bodyPr spcFirstLastPara="1" wrap="square" lIns="162533" tIns="162533" rIns="162533" bIns="162533" anchor="ctr" anchorCtr="0">
            <a:noAutofit/>
          </a:bodyPr>
          <a:lstStyle/>
          <a:p>
            <a:pPr algn="l" rtl="0"/>
            <a:endParaRPr sz="2400" dirty="0"/>
          </a:p>
        </p:txBody>
      </p:sp>
      <p:sp>
        <p:nvSpPr>
          <p:cNvPr id="22" name="Google Shape;154;p24">
            <a:extLst>
              <a:ext uri="{FF2B5EF4-FFF2-40B4-BE49-F238E27FC236}">
                <a16:creationId xmlns:a16="http://schemas.microsoft.com/office/drawing/2014/main" id="{5EDBCEFA-F239-4C74-8A21-31742949869E}"/>
              </a:ext>
            </a:extLst>
          </p:cNvPr>
          <p:cNvSpPr/>
          <p:nvPr/>
        </p:nvSpPr>
        <p:spPr>
          <a:xfrm>
            <a:off x="3296931" y="4184899"/>
            <a:ext cx="2470279" cy="468973"/>
          </a:xfrm>
          <a:prstGeom prst="roundRect">
            <a:avLst>
              <a:gd name="adj" fmla="val 50000"/>
            </a:avLst>
          </a:prstGeom>
          <a:solidFill>
            <a:schemeClr val="accent6"/>
          </a:solidFill>
          <a:ln>
            <a:noFill/>
          </a:ln>
          <a:effectLst>
            <a:outerShdw blurRad="214313" dist="95250" dir="5400000" algn="bl" rotWithShape="0">
              <a:schemeClr val="accent6">
                <a:alpha val="20000"/>
              </a:schemeClr>
            </a:outerShdw>
          </a:effectLst>
        </p:spPr>
        <p:txBody>
          <a:bodyPr spcFirstLastPara="1" wrap="square" lIns="162533" tIns="162533" rIns="162533" bIns="162533" anchor="ctr" anchorCtr="0">
            <a:noAutofit/>
          </a:bodyPr>
          <a:lstStyle/>
          <a:p>
            <a:pPr algn="l" rtl="0"/>
            <a:endParaRPr sz="2400"/>
          </a:p>
        </p:txBody>
      </p:sp>
      <p:sp>
        <p:nvSpPr>
          <p:cNvPr id="23" name="Google Shape;163;p25">
            <a:extLst>
              <a:ext uri="{FF2B5EF4-FFF2-40B4-BE49-F238E27FC236}">
                <a16:creationId xmlns:a16="http://schemas.microsoft.com/office/drawing/2014/main" id="{16336513-DFDE-4350-9A74-0BC5B7FB90FF}"/>
              </a:ext>
            </a:extLst>
          </p:cNvPr>
          <p:cNvSpPr txBox="1">
            <a:spLocks/>
          </p:cNvSpPr>
          <p:nvPr/>
        </p:nvSpPr>
        <p:spPr>
          <a:xfrm>
            <a:off x="3178247" y="4117928"/>
            <a:ext cx="2467309" cy="575363"/>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algn="r" rtl="0"/>
            <a:r>
              <a:rPr lang="he-IL" sz="2667" b="1" dirty="0">
                <a:solidFill>
                  <a:schemeClr val="bg1"/>
                </a:solidFill>
                <a:latin typeface="Assistant" panose="00000500000000000000" pitchFamily="2" charset="-79"/>
                <a:cs typeface="Assistant" panose="00000500000000000000" pitchFamily="2" charset="-79"/>
              </a:rPr>
              <a:t>מטלה מסכמת</a:t>
            </a:r>
            <a:endParaRPr lang="en-US" sz="2667" b="1" dirty="0">
              <a:solidFill>
                <a:schemeClr val="bg1"/>
              </a:solidFill>
              <a:latin typeface="Assistant" panose="00000500000000000000" pitchFamily="2" charset="-79"/>
              <a:cs typeface="Assistant" panose="00000500000000000000" pitchFamily="2" charset="-79"/>
            </a:endParaRPr>
          </a:p>
        </p:txBody>
      </p:sp>
      <p:sp>
        <p:nvSpPr>
          <p:cNvPr id="25" name="Google Shape;169;p26">
            <a:extLst>
              <a:ext uri="{FF2B5EF4-FFF2-40B4-BE49-F238E27FC236}">
                <a16:creationId xmlns:a16="http://schemas.microsoft.com/office/drawing/2014/main" id="{E033B874-3241-41EC-A0F2-F7EE34FA22BC}"/>
              </a:ext>
            </a:extLst>
          </p:cNvPr>
          <p:cNvSpPr/>
          <p:nvPr/>
        </p:nvSpPr>
        <p:spPr>
          <a:xfrm>
            <a:off x="1145790" y="1039802"/>
            <a:ext cx="4422057" cy="2871769"/>
          </a:xfrm>
          <a:prstGeom prst="roundRect">
            <a:avLst>
              <a:gd name="adj" fmla="val 16667"/>
            </a:avLst>
          </a:prstGeom>
          <a:solidFill>
            <a:schemeClr val="lt1"/>
          </a:solidFill>
          <a:ln w="38100">
            <a:solidFill>
              <a:schemeClr val="accent4">
                <a:lumMod val="75000"/>
              </a:schemeClr>
            </a:solidFill>
          </a:ln>
        </p:spPr>
        <p:txBody>
          <a:bodyPr spcFirstLastPara="1" wrap="square" lIns="162533" tIns="162533" rIns="162533" bIns="162533" anchor="ctr" anchorCtr="0">
            <a:noAutofit/>
          </a:bodyPr>
          <a:lstStyle/>
          <a:p>
            <a:pPr algn="l" rtl="0"/>
            <a:endParaRPr sz="2400"/>
          </a:p>
        </p:txBody>
      </p:sp>
      <p:grpSp>
        <p:nvGrpSpPr>
          <p:cNvPr id="27" name="קבוצה 26">
            <a:extLst>
              <a:ext uri="{FF2B5EF4-FFF2-40B4-BE49-F238E27FC236}">
                <a16:creationId xmlns:a16="http://schemas.microsoft.com/office/drawing/2014/main" id="{2BA24F46-D626-47A4-88BC-5DC54DA3335A}"/>
              </a:ext>
            </a:extLst>
          </p:cNvPr>
          <p:cNvGrpSpPr/>
          <p:nvPr/>
        </p:nvGrpSpPr>
        <p:grpSpPr>
          <a:xfrm>
            <a:off x="3098337" y="1246159"/>
            <a:ext cx="516959" cy="516292"/>
            <a:chOff x="3524241" y="968598"/>
            <a:chExt cx="340608" cy="340168"/>
          </a:xfrm>
          <a:solidFill>
            <a:schemeClr val="accent4">
              <a:lumMod val="75000"/>
            </a:schemeClr>
          </a:solidFill>
        </p:grpSpPr>
        <p:sp>
          <p:nvSpPr>
            <p:cNvPr id="28" name="Google Shape;11097;p64">
              <a:extLst>
                <a:ext uri="{FF2B5EF4-FFF2-40B4-BE49-F238E27FC236}">
                  <a16:creationId xmlns:a16="http://schemas.microsoft.com/office/drawing/2014/main" id="{0D2F2C4F-7CD9-4BF2-8397-6CAF93B5FD2E}"/>
                </a:ext>
              </a:extLst>
            </p:cNvPr>
            <p:cNvSpPr/>
            <p:nvPr/>
          </p:nvSpPr>
          <p:spPr>
            <a:xfrm>
              <a:off x="3684388" y="1008450"/>
              <a:ext cx="89685" cy="89667"/>
            </a:xfrm>
            <a:custGeom>
              <a:avLst/>
              <a:gdLst/>
              <a:ahLst/>
              <a:cxnLst/>
              <a:rect l="l" t="t" r="r" b="b"/>
              <a:pathLst>
                <a:path w="5095" h="5094" extrusionOk="0">
                  <a:moveTo>
                    <a:pt x="565" y="0"/>
                  </a:moveTo>
                  <a:cubicBezTo>
                    <a:pt x="251" y="0"/>
                    <a:pt x="1" y="254"/>
                    <a:pt x="1" y="568"/>
                  </a:cubicBezTo>
                  <a:cubicBezTo>
                    <a:pt x="1" y="879"/>
                    <a:pt x="251" y="1132"/>
                    <a:pt x="565" y="1132"/>
                  </a:cubicBezTo>
                  <a:cubicBezTo>
                    <a:pt x="2440" y="1135"/>
                    <a:pt x="3959" y="2654"/>
                    <a:pt x="3962" y="4529"/>
                  </a:cubicBezTo>
                  <a:cubicBezTo>
                    <a:pt x="3962" y="4843"/>
                    <a:pt x="4216" y="5094"/>
                    <a:pt x="4530" y="5094"/>
                  </a:cubicBezTo>
                  <a:cubicBezTo>
                    <a:pt x="4841" y="5094"/>
                    <a:pt x="5094" y="4843"/>
                    <a:pt x="5094" y="4529"/>
                  </a:cubicBezTo>
                  <a:cubicBezTo>
                    <a:pt x="5091" y="2029"/>
                    <a:pt x="3065" y="3"/>
                    <a:pt x="5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67">
                <a:solidFill>
                  <a:srgbClr val="435D74"/>
                </a:solidFill>
              </a:endParaRPr>
            </a:p>
          </p:txBody>
        </p:sp>
        <p:sp>
          <p:nvSpPr>
            <p:cNvPr id="29" name="Google Shape;11098;p64">
              <a:extLst>
                <a:ext uri="{FF2B5EF4-FFF2-40B4-BE49-F238E27FC236}">
                  <a16:creationId xmlns:a16="http://schemas.microsoft.com/office/drawing/2014/main" id="{8A78CB2A-8F21-4163-811F-66CCF74B8945}"/>
                </a:ext>
              </a:extLst>
            </p:cNvPr>
            <p:cNvSpPr/>
            <p:nvPr/>
          </p:nvSpPr>
          <p:spPr>
            <a:xfrm>
              <a:off x="3569374" y="968598"/>
              <a:ext cx="259601" cy="340168"/>
            </a:xfrm>
            <a:custGeom>
              <a:avLst/>
              <a:gdLst/>
              <a:ahLst/>
              <a:cxnLst/>
              <a:rect l="l" t="t" r="r" b="b"/>
              <a:pathLst>
                <a:path w="14748" h="19325" extrusionOk="0">
                  <a:moveTo>
                    <a:pt x="7088" y="1135"/>
                  </a:moveTo>
                  <a:cubicBezTo>
                    <a:pt x="8391" y="1135"/>
                    <a:pt x="9651" y="1571"/>
                    <a:pt x="10668" y="2397"/>
                  </a:cubicBezTo>
                  <a:cubicBezTo>
                    <a:pt x="13159" y="4417"/>
                    <a:pt x="13473" y="8104"/>
                    <a:pt x="11360" y="10516"/>
                  </a:cubicBezTo>
                  <a:cubicBezTo>
                    <a:pt x="10572" y="11419"/>
                    <a:pt x="10085" y="12503"/>
                    <a:pt x="9962" y="13626"/>
                  </a:cubicBezTo>
                  <a:lnTo>
                    <a:pt x="4237" y="13626"/>
                  </a:lnTo>
                  <a:cubicBezTo>
                    <a:pt x="4107" y="12482"/>
                    <a:pt x="3630" y="11407"/>
                    <a:pt x="2866" y="10550"/>
                  </a:cubicBezTo>
                  <a:cubicBezTo>
                    <a:pt x="1658" y="9191"/>
                    <a:pt x="1184" y="7367"/>
                    <a:pt x="1571" y="5549"/>
                  </a:cubicBezTo>
                  <a:cubicBezTo>
                    <a:pt x="2020" y="3427"/>
                    <a:pt x="3748" y="1706"/>
                    <a:pt x="5873" y="1262"/>
                  </a:cubicBezTo>
                  <a:cubicBezTo>
                    <a:pt x="6278" y="1177"/>
                    <a:pt x="6685" y="1135"/>
                    <a:pt x="7088" y="1135"/>
                  </a:cubicBezTo>
                  <a:close/>
                  <a:moveTo>
                    <a:pt x="9931" y="14759"/>
                  </a:moveTo>
                  <a:lnTo>
                    <a:pt x="9931" y="15323"/>
                  </a:lnTo>
                  <a:cubicBezTo>
                    <a:pt x="9931" y="15637"/>
                    <a:pt x="9678" y="15891"/>
                    <a:pt x="9364" y="15891"/>
                  </a:cubicBezTo>
                  <a:lnTo>
                    <a:pt x="4835" y="15891"/>
                  </a:lnTo>
                  <a:cubicBezTo>
                    <a:pt x="4521" y="15891"/>
                    <a:pt x="4270" y="15637"/>
                    <a:pt x="4270" y="15323"/>
                  </a:cubicBezTo>
                  <a:lnTo>
                    <a:pt x="4270" y="14759"/>
                  </a:lnTo>
                  <a:close/>
                  <a:moveTo>
                    <a:pt x="8699" y="17023"/>
                  </a:moveTo>
                  <a:cubicBezTo>
                    <a:pt x="8464" y="17694"/>
                    <a:pt x="7827" y="18192"/>
                    <a:pt x="7099" y="18192"/>
                  </a:cubicBezTo>
                  <a:cubicBezTo>
                    <a:pt x="6371" y="18192"/>
                    <a:pt x="5734" y="17694"/>
                    <a:pt x="5499" y="17023"/>
                  </a:cubicBezTo>
                  <a:close/>
                  <a:moveTo>
                    <a:pt x="7087" y="0"/>
                  </a:moveTo>
                  <a:cubicBezTo>
                    <a:pt x="6607" y="0"/>
                    <a:pt x="6123" y="50"/>
                    <a:pt x="5641" y="151"/>
                  </a:cubicBezTo>
                  <a:cubicBezTo>
                    <a:pt x="3053" y="712"/>
                    <a:pt x="1027" y="2729"/>
                    <a:pt x="462" y="5314"/>
                  </a:cubicBezTo>
                  <a:cubicBezTo>
                    <a:pt x="0" y="7488"/>
                    <a:pt x="568" y="9671"/>
                    <a:pt x="2020" y="11301"/>
                  </a:cubicBezTo>
                  <a:cubicBezTo>
                    <a:pt x="2730" y="12099"/>
                    <a:pt x="3135" y="13149"/>
                    <a:pt x="3135" y="14191"/>
                  </a:cubicBezTo>
                  <a:lnTo>
                    <a:pt x="3135" y="15323"/>
                  </a:lnTo>
                  <a:cubicBezTo>
                    <a:pt x="3138" y="16060"/>
                    <a:pt x="3612" y="16709"/>
                    <a:pt x="4309" y="16939"/>
                  </a:cubicBezTo>
                  <a:cubicBezTo>
                    <a:pt x="4409" y="17518"/>
                    <a:pt x="4681" y="18053"/>
                    <a:pt x="5094" y="18473"/>
                  </a:cubicBezTo>
                  <a:cubicBezTo>
                    <a:pt x="5642" y="19040"/>
                    <a:pt x="6371" y="19324"/>
                    <a:pt x="7099" y="19324"/>
                  </a:cubicBezTo>
                  <a:cubicBezTo>
                    <a:pt x="7828" y="19324"/>
                    <a:pt x="8556" y="19040"/>
                    <a:pt x="9104" y="18473"/>
                  </a:cubicBezTo>
                  <a:cubicBezTo>
                    <a:pt x="9518" y="18053"/>
                    <a:pt x="9790" y="17518"/>
                    <a:pt x="9889" y="16939"/>
                  </a:cubicBezTo>
                  <a:cubicBezTo>
                    <a:pt x="10587" y="16709"/>
                    <a:pt x="11061" y="16060"/>
                    <a:pt x="11064" y="15323"/>
                  </a:cubicBezTo>
                  <a:lnTo>
                    <a:pt x="11064" y="14191"/>
                  </a:lnTo>
                  <a:cubicBezTo>
                    <a:pt x="11064" y="13149"/>
                    <a:pt x="11471" y="12108"/>
                    <a:pt x="12211" y="11262"/>
                  </a:cubicBezTo>
                  <a:cubicBezTo>
                    <a:pt x="14747" y="8366"/>
                    <a:pt x="14370" y="3943"/>
                    <a:pt x="11381" y="1518"/>
                  </a:cubicBezTo>
                  <a:cubicBezTo>
                    <a:pt x="10159" y="525"/>
                    <a:pt x="8647" y="0"/>
                    <a:pt x="70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67">
                <a:solidFill>
                  <a:srgbClr val="435D74"/>
                </a:solidFill>
              </a:endParaRPr>
            </a:p>
          </p:txBody>
        </p:sp>
        <p:sp>
          <p:nvSpPr>
            <p:cNvPr id="30" name="Google Shape;11099;p64">
              <a:extLst>
                <a:ext uri="{FF2B5EF4-FFF2-40B4-BE49-F238E27FC236}">
                  <a16:creationId xmlns:a16="http://schemas.microsoft.com/office/drawing/2014/main" id="{E9FBE400-737A-4390-AF54-82855FF80576}"/>
                </a:ext>
              </a:extLst>
            </p:cNvPr>
            <p:cNvSpPr/>
            <p:nvPr/>
          </p:nvSpPr>
          <p:spPr>
            <a:xfrm>
              <a:off x="3524241" y="1088172"/>
              <a:ext cx="39887" cy="19944"/>
            </a:xfrm>
            <a:custGeom>
              <a:avLst/>
              <a:gdLst/>
              <a:ahLst/>
              <a:cxnLst/>
              <a:rect l="l" t="t" r="r" b="b"/>
              <a:pathLst>
                <a:path w="2266" h="1133" extrusionOk="0">
                  <a:moveTo>
                    <a:pt x="569" y="0"/>
                  </a:moveTo>
                  <a:cubicBezTo>
                    <a:pt x="255" y="0"/>
                    <a:pt x="1" y="254"/>
                    <a:pt x="1" y="568"/>
                  </a:cubicBezTo>
                  <a:cubicBezTo>
                    <a:pt x="1" y="879"/>
                    <a:pt x="255" y="1133"/>
                    <a:pt x="569" y="1133"/>
                  </a:cubicBezTo>
                  <a:lnTo>
                    <a:pt x="1701" y="1133"/>
                  </a:lnTo>
                  <a:cubicBezTo>
                    <a:pt x="2012" y="1133"/>
                    <a:pt x="2266" y="879"/>
                    <a:pt x="2266" y="568"/>
                  </a:cubicBezTo>
                  <a:cubicBezTo>
                    <a:pt x="2266" y="254"/>
                    <a:pt x="2012" y="0"/>
                    <a:pt x="17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67">
                <a:solidFill>
                  <a:srgbClr val="435D74"/>
                </a:solidFill>
              </a:endParaRPr>
            </a:p>
          </p:txBody>
        </p:sp>
        <p:sp>
          <p:nvSpPr>
            <p:cNvPr id="31" name="Google Shape;11100;p64">
              <a:extLst>
                <a:ext uri="{FF2B5EF4-FFF2-40B4-BE49-F238E27FC236}">
                  <a16:creationId xmlns:a16="http://schemas.microsoft.com/office/drawing/2014/main" id="{EF8129D7-45C7-4618-A20A-716B83D0CD84}"/>
                </a:ext>
              </a:extLst>
            </p:cNvPr>
            <p:cNvSpPr/>
            <p:nvPr/>
          </p:nvSpPr>
          <p:spPr>
            <a:xfrm>
              <a:off x="3526318" y="1021441"/>
              <a:ext cx="35733" cy="33814"/>
            </a:xfrm>
            <a:custGeom>
              <a:avLst/>
              <a:gdLst/>
              <a:ahLst/>
              <a:cxnLst/>
              <a:rect l="l" t="t" r="r" b="b"/>
              <a:pathLst>
                <a:path w="2030" h="1921" extrusionOk="0">
                  <a:moveTo>
                    <a:pt x="622" y="0"/>
                  </a:moveTo>
                  <a:cubicBezTo>
                    <a:pt x="476" y="0"/>
                    <a:pt x="331" y="56"/>
                    <a:pt x="221" y="168"/>
                  </a:cubicBezTo>
                  <a:cubicBezTo>
                    <a:pt x="4" y="385"/>
                    <a:pt x="1" y="739"/>
                    <a:pt x="215" y="962"/>
                  </a:cubicBezTo>
                  <a:lnTo>
                    <a:pt x="1015" y="1762"/>
                  </a:lnTo>
                  <a:cubicBezTo>
                    <a:pt x="1125" y="1868"/>
                    <a:pt x="1267" y="1921"/>
                    <a:pt x="1409" y="1921"/>
                  </a:cubicBezTo>
                  <a:cubicBezTo>
                    <a:pt x="1554" y="1921"/>
                    <a:pt x="1699" y="1865"/>
                    <a:pt x="1809" y="1753"/>
                  </a:cubicBezTo>
                  <a:cubicBezTo>
                    <a:pt x="2027" y="1536"/>
                    <a:pt x="2030" y="1183"/>
                    <a:pt x="1815" y="962"/>
                  </a:cubicBezTo>
                  <a:lnTo>
                    <a:pt x="1015" y="159"/>
                  </a:lnTo>
                  <a:cubicBezTo>
                    <a:pt x="905" y="53"/>
                    <a:pt x="763" y="0"/>
                    <a:pt x="6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67">
                <a:solidFill>
                  <a:srgbClr val="435D74"/>
                </a:solidFill>
              </a:endParaRPr>
            </a:p>
          </p:txBody>
        </p:sp>
        <p:sp>
          <p:nvSpPr>
            <p:cNvPr id="32" name="Google Shape;11101;p64">
              <a:extLst>
                <a:ext uri="{FF2B5EF4-FFF2-40B4-BE49-F238E27FC236}">
                  <a16:creationId xmlns:a16="http://schemas.microsoft.com/office/drawing/2014/main" id="{75FF024B-E74E-4B29-A2D0-6AC90E9B159D}"/>
                </a:ext>
              </a:extLst>
            </p:cNvPr>
            <p:cNvSpPr/>
            <p:nvPr/>
          </p:nvSpPr>
          <p:spPr>
            <a:xfrm>
              <a:off x="3526001" y="1141032"/>
              <a:ext cx="36050" cy="34043"/>
            </a:xfrm>
            <a:custGeom>
              <a:avLst/>
              <a:gdLst/>
              <a:ahLst/>
              <a:cxnLst/>
              <a:rect l="l" t="t" r="r" b="b"/>
              <a:pathLst>
                <a:path w="2048" h="1934" extrusionOk="0">
                  <a:moveTo>
                    <a:pt x="1427" y="0"/>
                  </a:moveTo>
                  <a:cubicBezTo>
                    <a:pt x="1285" y="0"/>
                    <a:pt x="1143" y="53"/>
                    <a:pt x="1033" y="159"/>
                  </a:cubicBezTo>
                  <a:lnTo>
                    <a:pt x="233" y="962"/>
                  </a:lnTo>
                  <a:cubicBezTo>
                    <a:pt x="4" y="1179"/>
                    <a:pt x="1" y="1545"/>
                    <a:pt x="227" y="1768"/>
                  </a:cubicBezTo>
                  <a:cubicBezTo>
                    <a:pt x="338" y="1879"/>
                    <a:pt x="482" y="1934"/>
                    <a:pt x="627" y="1934"/>
                  </a:cubicBezTo>
                  <a:cubicBezTo>
                    <a:pt x="774" y="1934"/>
                    <a:pt x="922" y="1876"/>
                    <a:pt x="1033" y="1762"/>
                  </a:cubicBezTo>
                  <a:lnTo>
                    <a:pt x="1833" y="962"/>
                  </a:lnTo>
                  <a:cubicBezTo>
                    <a:pt x="2048" y="738"/>
                    <a:pt x="2045" y="385"/>
                    <a:pt x="1827" y="168"/>
                  </a:cubicBezTo>
                  <a:cubicBezTo>
                    <a:pt x="1717" y="56"/>
                    <a:pt x="1572" y="0"/>
                    <a:pt x="142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67">
                <a:solidFill>
                  <a:srgbClr val="435D74"/>
                </a:solidFill>
              </a:endParaRPr>
            </a:p>
          </p:txBody>
        </p:sp>
        <p:sp>
          <p:nvSpPr>
            <p:cNvPr id="33" name="Google Shape;11102;p64">
              <a:extLst>
                <a:ext uri="{FF2B5EF4-FFF2-40B4-BE49-F238E27FC236}">
                  <a16:creationId xmlns:a16="http://schemas.microsoft.com/office/drawing/2014/main" id="{3136FE7B-C67D-4EB5-9D3C-5F36D1537A23}"/>
                </a:ext>
              </a:extLst>
            </p:cNvPr>
            <p:cNvSpPr/>
            <p:nvPr/>
          </p:nvSpPr>
          <p:spPr>
            <a:xfrm>
              <a:off x="3824539" y="1088172"/>
              <a:ext cx="39887" cy="19944"/>
            </a:xfrm>
            <a:custGeom>
              <a:avLst/>
              <a:gdLst/>
              <a:ahLst/>
              <a:cxnLst/>
              <a:rect l="l" t="t" r="r" b="b"/>
              <a:pathLst>
                <a:path w="2266" h="1133" extrusionOk="0">
                  <a:moveTo>
                    <a:pt x="568" y="0"/>
                  </a:moveTo>
                  <a:cubicBezTo>
                    <a:pt x="254" y="0"/>
                    <a:pt x="1" y="254"/>
                    <a:pt x="1" y="568"/>
                  </a:cubicBezTo>
                  <a:cubicBezTo>
                    <a:pt x="1" y="879"/>
                    <a:pt x="254" y="1133"/>
                    <a:pt x="568" y="1133"/>
                  </a:cubicBezTo>
                  <a:lnTo>
                    <a:pt x="1701" y="1133"/>
                  </a:lnTo>
                  <a:cubicBezTo>
                    <a:pt x="2012" y="1133"/>
                    <a:pt x="2265" y="879"/>
                    <a:pt x="2265" y="568"/>
                  </a:cubicBezTo>
                  <a:cubicBezTo>
                    <a:pt x="2265" y="254"/>
                    <a:pt x="2012" y="0"/>
                    <a:pt x="17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67">
                <a:solidFill>
                  <a:srgbClr val="435D74"/>
                </a:solidFill>
              </a:endParaRPr>
            </a:p>
          </p:txBody>
        </p:sp>
        <p:sp>
          <p:nvSpPr>
            <p:cNvPr id="34" name="Google Shape;11103;p64">
              <a:extLst>
                <a:ext uri="{FF2B5EF4-FFF2-40B4-BE49-F238E27FC236}">
                  <a16:creationId xmlns:a16="http://schemas.microsoft.com/office/drawing/2014/main" id="{AEDBF76E-476B-4435-BDE2-76A567BA984E}"/>
                </a:ext>
              </a:extLst>
            </p:cNvPr>
            <p:cNvSpPr/>
            <p:nvPr/>
          </p:nvSpPr>
          <p:spPr>
            <a:xfrm>
              <a:off x="3824117" y="1021441"/>
              <a:ext cx="38233" cy="33955"/>
            </a:xfrm>
            <a:custGeom>
              <a:avLst/>
              <a:gdLst/>
              <a:ahLst/>
              <a:cxnLst/>
              <a:rect l="l" t="t" r="r" b="b"/>
              <a:pathLst>
                <a:path w="2172" h="1929" extrusionOk="0">
                  <a:moveTo>
                    <a:pt x="1550" y="0"/>
                  </a:moveTo>
                  <a:cubicBezTo>
                    <a:pt x="1409" y="0"/>
                    <a:pt x="1267" y="53"/>
                    <a:pt x="1157" y="159"/>
                  </a:cubicBezTo>
                  <a:lnTo>
                    <a:pt x="357" y="962"/>
                  </a:lnTo>
                  <a:cubicBezTo>
                    <a:pt x="1" y="1318"/>
                    <a:pt x="251" y="1928"/>
                    <a:pt x="756" y="1928"/>
                  </a:cubicBezTo>
                  <a:cubicBezTo>
                    <a:pt x="907" y="1928"/>
                    <a:pt x="1051" y="1868"/>
                    <a:pt x="1157" y="1762"/>
                  </a:cubicBezTo>
                  <a:lnTo>
                    <a:pt x="1957" y="959"/>
                  </a:lnTo>
                  <a:cubicBezTo>
                    <a:pt x="2172" y="739"/>
                    <a:pt x="2169" y="385"/>
                    <a:pt x="1951" y="168"/>
                  </a:cubicBezTo>
                  <a:cubicBezTo>
                    <a:pt x="1841" y="56"/>
                    <a:pt x="1696" y="0"/>
                    <a:pt x="15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67">
                <a:solidFill>
                  <a:srgbClr val="435D74"/>
                </a:solidFill>
              </a:endParaRPr>
            </a:p>
          </p:txBody>
        </p:sp>
        <p:sp>
          <p:nvSpPr>
            <p:cNvPr id="35" name="Google Shape;11104;p64">
              <a:extLst>
                <a:ext uri="{FF2B5EF4-FFF2-40B4-BE49-F238E27FC236}">
                  <a16:creationId xmlns:a16="http://schemas.microsoft.com/office/drawing/2014/main" id="{FA66CADC-1C91-4B4D-9734-68CA9A21E10F}"/>
                </a:ext>
              </a:extLst>
            </p:cNvPr>
            <p:cNvSpPr/>
            <p:nvPr/>
          </p:nvSpPr>
          <p:spPr>
            <a:xfrm>
              <a:off x="3826616" y="1141032"/>
              <a:ext cx="38233" cy="33955"/>
            </a:xfrm>
            <a:custGeom>
              <a:avLst/>
              <a:gdLst/>
              <a:ahLst/>
              <a:cxnLst/>
              <a:rect l="l" t="t" r="r" b="b"/>
              <a:pathLst>
                <a:path w="2172" h="1929" extrusionOk="0">
                  <a:moveTo>
                    <a:pt x="622" y="0"/>
                  </a:moveTo>
                  <a:cubicBezTo>
                    <a:pt x="476" y="0"/>
                    <a:pt x="331" y="56"/>
                    <a:pt x="221" y="168"/>
                  </a:cubicBezTo>
                  <a:cubicBezTo>
                    <a:pt x="4" y="385"/>
                    <a:pt x="1" y="738"/>
                    <a:pt x="215" y="962"/>
                  </a:cubicBezTo>
                  <a:lnTo>
                    <a:pt x="1015" y="1762"/>
                  </a:lnTo>
                  <a:cubicBezTo>
                    <a:pt x="1121" y="1868"/>
                    <a:pt x="1266" y="1928"/>
                    <a:pt x="1417" y="1928"/>
                  </a:cubicBezTo>
                  <a:cubicBezTo>
                    <a:pt x="1921" y="1928"/>
                    <a:pt x="2172" y="1318"/>
                    <a:pt x="1815" y="962"/>
                  </a:cubicBezTo>
                  <a:lnTo>
                    <a:pt x="1015" y="159"/>
                  </a:lnTo>
                  <a:cubicBezTo>
                    <a:pt x="905" y="53"/>
                    <a:pt x="763" y="0"/>
                    <a:pt x="6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67">
                <a:solidFill>
                  <a:srgbClr val="435D74"/>
                </a:solidFill>
              </a:endParaRPr>
            </a:p>
          </p:txBody>
        </p:sp>
      </p:grpSp>
      <p:sp>
        <p:nvSpPr>
          <p:cNvPr id="5" name="מציין מיקום טקסט 4">
            <a:extLst>
              <a:ext uri="{FF2B5EF4-FFF2-40B4-BE49-F238E27FC236}">
                <a16:creationId xmlns:a16="http://schemas.microsoft.com/office/drawing/2014/main" id="{2478318B-B153-4622-93C1-B794E632DEA2}"/>
              </a:ext>
            </a:extLst>
          </p:cNvPr>
          <p:cNvSpPr>
            <a:spLocks noGrp="1"/>
          </p:cNvSpPr>
          <p:nvPr>
            <p:ph type="body" sz="quarter" idx="10" hasCustomPrompt="1"/>
          </p:nvPr>
        </p:nvSpPr>
        <p:spPr>
          <a:xfrm>
            <a:off x="1363215" y="1875239"/>
            <a:ext cx="3987205" cy="974560"/>
          </a:xfrm>
          <a:prstGeom prst="rect">
            <a:avLst/>
          </a:prstGeom>
        </p:spPr>
        <p:txBody>
          <a:bodyPr/>
          <a:lstStyle>
            <a:lvl1pPr algn="ctr" rtl="1">
              <a:lnSpc>
                <a:spcPct val="100000"/>
              </a:lnSpc>
              <a:defRPr sz="2133"/>
            </a:lvl1pPr>
            <a:lvl5pPr algn="ctr" rtl="1">
              <a:defRPr/>
            </a:lvl5pPr>
          </a:lstStyle>
          <a:p>
            <a:pPr rtl="0">
              <a:lnSpc>
                <a:spcPct val="100000"/>
              </a:lnSpc>
            </a:pPr>
            <a:r>
              <a:rPr lang="he-IL" sz="2133" b="1" dirty="0">
                <a:latin typeface="Assistant" panose="00000500000000000000" pitchFamily="2" charset="-79"/>
                <a:cs typeface="Assistant" panose="00000500000000000000" pitchFamily="2" charset="-79"/>
              </a:rPr>
              <a:t>פירוט- </a:t>
            </a:r>
            <a:r>
              <a:rPr lang="he-IL" sz="2133" dirty="0">
                <a:latin typeface="Assistant" panose="00000500000000000000" pitchFamily="2" charset="-79"/>
                <a:cs typeface="Assistant" panose="00000500000000000000" pitchFamily="2" charset="-79"/>
              </a:rPr>
              <a:t>באיזה תוכן המצגת עוסקת</a:t>
            </a:r>
          </a:p>
          <a:p>
            <a:pPr lvl="4"/>
            <a:endParaRPr lang="he-IL" dirty="0"/>
          </a:p>
        </p:txBody>
      </p:sp>
      <p:sp>
        <p:nvSpPr>
          <p:cNvPr id="9" name="מציין מיקום טקסט 8">
            <a:extLst>
              <a:ext uri="{FF2B5EF4-FFF2-40B4-BE49-F238E27FC236}">
                <a16:creationId xmlns:a16="http://schemas.microsoft.com/office/drawing/2014/main" id="{56AAE2F9-FD46-43A7-A378-E15134C29EEE}"/>
              </a:ext>
            </a:extLst>
          </p:cNvPr>
          <p:cNvSpPr>
            <a:spLocks noGrp="1"/>
          </p:cNvSpPr>
          <p:nvPr>
            <p:ph type="body" sz="quarter" idx="11" hasCustomPrompt="1"/>
          </p:nvPr>
        </p:nvSpPr>
        <p:spPr>
          <a:xfrm>
            <a:off x="6011533" y="1747643"/>
            <a:ext cx="4421716" cy="1871372"/>
          </a:xfrm>
          <a:prstGeom prst="rect">
            <a:avLst/>
          </a:prstGeom>
        </p:spPr>
        <p:txBody>
          <a:bodyPr/>
          <a:lstStyle>
            <a:lvl1pPr algn="r" rtl="1">
              <a:lnSpc>
                <a:spcPct val="200000"/>
              </a:lnSpc>
              <a:defRPr sz="2400" b="1" i="0"/>
            </a:lvl1pPr>
          </a:lstStyle>
          <a:p>
            <a:pPr algn="r" rtl="0">
              <a:lnSpc>
                <a:spcPct val="150000"/>
              </a:lnSpc>
            </a:pPr>
            <a:r>
              <a:rPr lang="he-IL" sz="2400" b="1" dirty="0">
                <a:latin typeface="Assistant" panose="00000500000000000000" pitchFamily="2" charset="-79"/>
                <a:cs typeface="Assistant" panose="00000500000000000000" pitchFamily="2" charset="-79"/>
              </a:rPr>
              <a:t>החניך יכיר...</a:t>
            </a:r>
          </a:p>
          <a:p>
            <a:pPr algn="r" rtl="0">
              <a:lnSpc>
                <a:spcPct val="150000"/>
              </a:lnSpc>
            </a:pPr>
            <a:r>
              <a:rPr lang="he-IL" sz="2400" b="1" dirty="0">
                <a:latin typeface="Assistant" panose="00000500000000000000" pitchFamily="2" charset="-79"/>
                <a:cs typeface="Assistant" panose="00000500000000000000" pitchFamily="2" charset="-79"/>
              </a:rPr>
              <a:t>החניך יבין...</a:t>
            </a:r>
            <a:endParaRPr lang="en-US" sz="2400" b="1" dirty="0">
              <a:latin typeface="Assistant" panose="00000500000000000000" pitchFamily="2" charset="-79"/>
              <a:cs typeface="Assistant" panose="00000500000000000000" pitchFamily="2" charset="-79"/>
            </a:endParaRPr>
          </a:p>
          <a:p>
            <a:pPr algn="r" rtl="0">
              <a:lnSpc>
                <a:spcPct val="150000"/>
              </a:lnSpc>
            </a:pPr>
            <a:r>
              <a:rPr lang="he-IL" sz="2400" b="1" dirty="0">
                <a:latin typeface="Assistant" panose="00000500000000000000" pitchFamily="2" charset="-79"/>
                <a:cs typeface="Assistant" panose="00000500000000000000" pitchFamily="2" charset="-79"/>
              </a:rPr>
              <a:t>החניך יתנסה...</a:t>
            </a:r>
          </a:p>
        </p:txBody>
      </p:sp>
      <p:sp>
        <p:nvSpPr>
          <p:cNvPr id="11" name="Google Shape;169;p26">
            <a:extLst>
              <a:ext uri="{FF2B5EF4-FFF2-40B4-BE49-F238E27FC236}">
                <a16:creationId xmlns:a16="http://schemas.microsoft.com/office/drawing/2014/main" id="{F4CB242E-C6BB-41AC-8AD2-DA4E81FC6085}"/>
              </a:ext>
            </a:extLst>
          </p:cNvPr>
          <p:cNvSpPr/>
          <p:nvPr/>
        </p:nvSpPr>
        <p:spPr>
          <a:xfrm>
            <a:off x="6505188" y="4405608"/>
            <a:ext cx="4422057" cy="2035832"/>
          </a:xfrm>
          <a:prstGeom prst="roundRect">
            <a:avLst>
              <a:gd name="adj" fmla="val 16667"/>
            </a:avLst>
          </a:prstGeom>
          <a:solidFill>
            <a:schemeClr val="accent1"/>
          </a:solidFill>
          <a:ln>
            <a:noFill/>
          </a:ln>
        </p:spPr>
        <p:txBody>
          <a:bodyPr spcFirstLastPara="1" wrap="square" lIns="162533" tIns="162533" rIns="162533" bIns="162533" anchor="ctr" anchorCtr="0">
            <a:noAutofit/>
          </a:bodyPr>
          <a:lstStyle/>
          <a:p>
            <a:pPr algn="l" rtl="0"/>
            <a:endParaRPr sz="2400"/>
          </a:p>
        </p:txBody>
      </p:sp>
      <p:sp>
        <p:nvSpPr>
          <p:cNvPr id="44" name="מציין מיקום טקסט 4">
            <a:extLst>
              <a:ext uri="{FF2B5EF4-FFF2-40B4-BE49-F238E27FC236}">
                <a16:creationId xmlns:a16="http://schemas.microsoft.com/office/drawing/2014/main" id="{15316C77-4E21-4B58-9F28-1382CFF5D60D}"/>
              </a:ext>
            </a:extLst>
          </p:cNvPr>
          <p:cNvSpPr>
            <a:spLocks noGrp="1"/>
          </p:cNvSpPr>
          <p:nvPr>
            <p:ph type="body" sz="quarter" idx="12" hasCustomPrompt="1"/>
          </p:nvPr>
        </p:nvSpPr>
        <p:spPr>
          <a:xfrm>
            <a:off x="6686831" y="4742064"/>
            <a:ext cx="3987205" cy="974560"/>
          </a:xfrm>
          <a:prstGeom prst="rect">
            <a:avLst/>
          </a:prstGeom>
        </p:spPr>
        <p:txBody>
          <a:bodyPr/>
          <a:lstStyle>
            <a:lvl1pPr algn="r" rtl="0">
              <a:lnSpc>
                <a:spcPct val="100000"/>
              </a:lnSpc>
              <a:defRPr sz="2133"/>
            </a:lvl1pPr>
            <a:lvl5pPr algn="ctr" rtl="1">
              <a:defRPr/>
            </a:lvl5pPr>
          </a:lstStyle>
          <a:p>
            <a:pPr algn="r" rtl="0">
              <a:lnSpc>
                <a:spcPct val="100000"/>
              </a:lnSpc>
            </a:pPr>
            <a:r>
              <a:rPr lang="he-IL" sz="2133" dirty="0">
                <a:latin typeface="Assistant" panose="00000500000000000000" pitchFamily="2" charset="-79"/>
                <a:cs typeface="Assistant" panose="00000500000000000000" pitchFamily="2" charset="-79"/>
              </a:rPr>
              <a:t>לפני השיעור צריך לבקש מהחניכים לקרוא פרקים </a:t>
            </a:r>
            <a:r>
              <a:rPr lang="he-IL" sz="2133" dirty="0" err="1">
                <a:latin typeface="Assistant" panose="00000500000000000000" pitchFamily="2" charset="-79"/>
                <a:cs typeface="Assistant" panose="00000500000000000000" pitchFamily="2" charset="-79"/>
              </a:rPr>
              <a:t>רלוונטים</a:t>
            </a:r>
            <a:r>
              <a:rPr lang="he-IL" sz="2133" dirty="0">
                <a:latin typeface="Assistant" panose="00000500000000000000" pitchFamily="2" charset="-79"/>
                <a:cs typeface="Assistant" panose="00000500000000000000" pitchFamily="2" charset="-79"/>
              </a:rPr>
              <a:t> בספר הקורס.</a:t>
            </a:r>
            <a:endParaRPr lang="en-US" sz="2133" dirty="0">
              <a:latin typeface="Assistant" panose="00000500000000000000" pitchFamily="2" charset="-79"/>
              <a:cs typeface="Assistant" panose="00000500000000000000" pitchFamily="2" charset="-79"/>
            </a:endParaRPr>
          </a:p>
          <a:p>
            <a:pPr lvl="4"/>
            <a:endParaRPr lang="he-IL" dirty="0"/>
          </a:p>
        </p:txBody>
      </p:sp>
      <p:sp>
        <p:nvSpPr>
          <p:cNvPr id="18" name="Google Shape;154;p24">
            <a:extLst>
              <a:ext uri="{FF2B5EF4-FFF2-40B4-BE49-F238E27FC236}">
                <a16:creationId xmlns:a16="http://schemas.microsoft.com/office/drawing/2014/main" id="{6BEEF94B-9BDC-471D-9D13-AA23FE3B01EA}"/>
              </a:ext>
            </a:extLst>
          </p:cNvPr>
          <p:cNvSpPr/>
          <p:nvPr/>
        </p:nvSpPr>
        <p:spPr>
          <a:xfrm>
            <a:off x="8999615" y="4184899"/>
            <a:ext cx="2126991" cy="468973"/>
          </a:xfrm>
          <a:prstGeom prst="roundRect">
            <a:avLst>
              <a:gd name="adj" fmla="val 50000"/>
            </a:avLst>
          </a:prstGeom>
          <a:solidFill>
            <a:schemeClr val="accent6"/>
          </a:solidFill>
          <a:ln>
            <a:noFill/>
          </a:ln>
          <a:effectLst>
            <a:outerShdw blurRad="214313" dist="95250" dir="5400000" algn="bl" rotWithShape="0">
              <a:schemeClr val="accent6">
                <a:alpha val="20000"/>
              </a:schemeClr>
            </a:outerShdw>
          </a:effectLst>
        </p:spPr>
        <p:txBody>
          <a:bodyPr spcFirstLastPara="1" wrap="square" lIns="162533" tIns="162533" rIns="162533" bIns="162533" anchor="ctr" anchorCtr="0">
            <a:noAutofit/>
          </a:bodyPr>
          <a:lstStyle/>
          <a:p>
            <a:pPr algn="l" rtl="0"/>
            <a:endParaRPr sz="2400"/>
          </a:p>
        </p:txBody>
      </p:sp>
      <p:sp>
        <p:nvSpPr>
          <p:cNvPr id="19" name="Google Shape;163;p25">
            <a:extLst>
              <a:ext uri="{FF2B5EF4-FFF2-40B4-BE49-F238E27FC236}">
                <a16:creationId xmlns:a16="http://schemas.microsoft.com/office/drawing/2014/main" id="{E8DEA960-0792-4A0A-9E76-02FB28A853D5}"/>
              </a:ext>
            </a:extLst>
          </p:cNvPr>
          <p:cNvSpPr txBox="1">
            <a:spLocks/>
          </p:cNvSpPr>
          <p:nvPr/>
        </p:nvSpPr>
        <p:spPr>
          <a:xfrm>
            <a:off x="8537644" y="4117928"/>
            <a:ext cx="2467309" cy="575363"/>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algn="r" rtl="0"/>
            <a:r>
              <a:rPr lang="he-IL" sz="2667" b="1" dirty="0">
                <a:solidFill>
                  <a:schemeClr val="bg1"/>
                </a:solidFill>
                <a:latin typeface="Assistant" panose="00000500000000000000" pitchFamily="2" charset="-79"/>
                <a:cs typeface="Assistant" panose="00000500000000000000" pitchFamily="2" charset="-79"/>
              </a:rPr>
              <a:t>ע"ע מקדים</a:t>
            </a:r>
            <a:endParaRPr lang="en-US" sz="2667" b="1" dirty="0">
              <a:solidFill>
                <a:schemeClr val="bg1"/>
              </a:solidFill>
              <a:latin typeface="Assistant" panose="00000500000000000000" pitchFamily="2" charset="-79"/>
              <a:cs typeface="Assistant" panose="00000500000000000000" pitchFamily="2" charset="-79"/>
            </a:endParaRPr>
          </a:p>
        </p:txBody>
      </p:sp>
      <p:sp>
        <p:nvSpPr>
          <p:cNvPr id="45" name="מציין מיקום טקסט 4">
            <a:extLst>
              <a:ext uri="{FF2B5EF4-FFF2-40B4-BE49-F238E27FC236}">
                <a16:creationId xmlns:a16="http://schemas.microsoft.com/office/drawing/2014/main" id="{5CDECCFA-26DE-40A9-94E3-B3B3ABAB5E35}"/>
              </a:ext>
            </a:extLst>
          </p:cNvPr>
          <p:cNvSpPr>
            <a:spLocks noGrp="1"/>
          </p:cNvSpPr>
          <p:nvPr>
            <p:ph type="body" sz="quarter" idx="13" hasCustomPrompt="1"/>
          </p:nvPr>
        </p:nvSpPr>
        <p:spPr>
          <a:xfrm>
            <a:off x="1363215" y="4742064"/>
            <a:ext cx="3987205" cy="974560"/>
          </a:xfrm>
          <a:prstGeom prst="rect">
            <a:avLst/>
          </a:prstGeom>
        </p:spPr>
        <p:txBody>
          <a:bodyPr/>
          <a:lstStyle>
            <a:lvl1pPr algn="r" rtl="0">
              <a:lnSpc>
                <a:spcPct val="100000"/>
              </a:lnSpc>
              <a:defRPr sz="2133"/>
            </a:lvl1pPr>
            <a:lvl5pPr algn="ctr" rtl="1">
              <a:defRPr/>
            </a:lvl5pPr>
          </a:lstStyle>
          <a:p>
            <a:pPr algn="r" rtl="0">
              <a:lnSpc>
                <a:spcPct val="100000"/>
              </a:lnSpc>
            </a:pPr>
            <a:r>
              <a:rPr lang="he-IL" sz="2133" dirty="0">
                <a:latin typeface="Assistant" panose="00000500000000000000" pitchFamily="2" charset="-79"/>
                <a:cs typeface="Assistant" panose="00000500000000000000" pitchFamily="2" charset="-79"/>
              </a:rPr>
              <a:t>לסיום החניך יתבקש...</a:t>
            </a:r>
            <a:endParaRPr lang="en-US" sz="2133" dirty="0">
              <a:latin typeface="Assistant" panose="00000500000000000000" pitchFamily="2" charset="-79"/>
              <a:cs typeface="Assistant" panose="00000500000000000000" pitchFamily="2" charset="-79"/>
            </a:endParaRPr>
          </a:p>
          <a:p>
            <a:pPr lvl="4"/>
            <a:endParaRPr lang="he-IL" dirty="0"/>
          </a:p>
        </p:txBody>
      </p:sp>
    </p:spTree>
    <p:extLst>
      <p:ext uri="{BB962C8B-B14F-4D97-AF65-F5344CB8AC3E}">
        <p14:creationId xmlns:p14="http://schemas.microsoft.com/office/powerpoint/2010/main" val="2950565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hree Columns">
  <p:cSld name="Title + Three Columns">
    <p:spTree>
      <p:nvGrpSpPr>
        <p:cNvPr id="1" name="Shape 121"/>
        <p:cNvGrpSpPr/>
        <p:nvPr/>
      </p:nvGrpSpPr>
      <p:grpSpPr>
        <a:xfrm>
          <a:off x="0" y="0"/>
          <a:ext cx="0" cy="0"/>
          <a:chOff x="0" y="0"/>
          <a:chExt cx="0" cy="0"/>
        </a:xfrm>
      </p:grpSpPr>
      <p:sp>
        <p:nvSpPr>
          <p:cNvPr id="122" name="Google Shape;122;p15"/>
          <p:cNvSpPr txBox="1">
            <a:spLocks noGrp="1"/>
          </p:cNvSpPr>
          <p:nvPr>
            <p:ph type="title"/>
          </p:nvPr>
        </p:nvSpPr>
        <p:spPr>
          <a:xfrm>
            <a:off x="913400" y="581867"/>
            <a:ext cx="6859200" cy="7080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3467"/>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he-IL"/>
              <a:t>לחץ כדי לערוך סגנון כותרת של תבנית בסיס</a:t>
            </a:r>
            <a:endParaRPr/>
          </a:p>
        </p:txBody>
      </p:sp>
      <p:sp>
        <p:nvSpPr>
          <p:cNvPr id="123" name="Google Shape;123;p15"/>
          <p:cNvSpPr/>
          <p:nvPr/>
        </p:nvSpPr>
        <p:spPr>
          <a:xfrm rot="10800000">
            <a:off x="-1206009" y="5805497"/>
            <a:ext cx="2776400" cy="2776400"/>
          </a:xfrm>
          <a:prstGeom prst="ellipse">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 name="Google Shape;124;p15"/>
          <p:cNvSpPr/>
          <p:nvPr/>
        </p:nvSpPr>
        <p:spPr>
          <a:xfrm rot="10800000">
            <a:off x="-1482267" y="5696633"/>
            <a:ext cx="2776400" cy="27764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 name="קבוצה 1"/>
          <p:cNvGrpSpPr/>
          <p:nvPr/>
        </p:nvGrpSpPr>
        <p:grpSpPr>
          <a:xfrm flipH="1">
            <a:off x="182191" y="-870401"/>
            <a:ext cx="3163613" cy="2612800"/>
            <a:chOff x="7864199" y="-574675"/>
            <a:chExt cx="2372710" cy="1959600"/>
          </a:xfrm>
        </p:grpSpPr>
        <p:sp>
          <p:nvSpPr>
            <p:cNvPr id="125" name="Google Shape;125;p15"/>
            <p:cNvSpPr/>
            <p:nvPr/>
          </p:nvSpPr>
          <p:spPr>
            <a:xfrm rot="-8100000">
              <a:off x="9203402" y="-672335"/>
              <a:ext cx="103096" cy="1963918"/>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26" name="Google Shape;126;p15"/>
            <p:cNvCxnSpPr/>
            <p:nvPr/>
          </p:nvCxnSpPr>
          <p:spPr>
            <a:xfrm flipH="1">
              <a:off x="7864199" y="-574675"/>
              <a:ext cx="2023800" cy="1959600"/>
            </a:xfrm>
            <a:prstGeom prst="straightConnector1">
              <a:avLst/>
            </a:prstGeom>
            <a:noFill/>
            <a:ln w="19050" cap="flat" cmpd="sng">
              <a:solidFill>
                <a:schemeClr val="accent4"/>
              </a:solidFill>
              <a:prstDash val="solid"/>
              <a:round/>
              <a:headEnd type="none" w="med" len="med"/>
              <a:tailEnd type="none" w="med" len="med"/>
            </a:ln>
          </p:spPr>
        </p:cxnSp>
      </p:grpSp>
      <p:sp>
        <p:nvSpPr>
          <p:cNvPr id="127" name="Google Shape;127;p15"/>
          <p:cNvSpPr/>
          <p:nvPr/>
        </p:nvSpPr>
        <p:spPr>
          <a:xfrm rot="10800000">
            <a:off x="-1538749" y="1805767"/>
            <a:ext cx="2776400" cy="27764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 name="Google Shape;128;p15"/>
          <p:cNvSpPr txBox="1">
            <a:spLocks noGrp="1"/>
          </p:cNvSpPr>
          <p:nvPr>
            <p:ph type="ctrTitle" idx="2"/>
          </p:nvPr>
        </p:nvSpPr>
        <p:spPr>
          <a:xfrm>
            <a:off x="1468917" y="4276767"/>
            <a:ext cx="2776400" cy="61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he-IL"/>
              <a:t>לחץ כדי לערוך סגנון כותרת של תבנית בסיס</a:t>
            </a:r>
            <a:endParaRPr/>
          </a:p>
        </p:txBody>
      </p:sp>
      <p:sp>
        <p:nvSpPr>
          <p:cNvPr id="129" name="Google Shape;129;p15"/>
          <p:cNvSpPr txBox="1">
            <a:spLocks noGrp="1"/>
          </p:cNvSpPr>
          <p:nvPr>
            <p:ph type="subTitle" idx="1"/>
          </p:nvPr>
        </p:nvSpPr>
        <p:spPr>
          <a:xfrm>
            <a:off x="1468800" y="4807729"/>
            <a:ext cx="2776400" cy="11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he-IL"/>
              <a:t>לחץ כדי לערוך סגנון כותרת משנה של תבנית בסיס</a:t>
            </a:r>
            <a:endParaRPr/>
          </a:p>
        </p:txBody>
      </p:sp>
      <p:sp>
        <p:nvSpPr>
          <p:cNvPr id="130" name="Google Shape;130;p15"/>
          <p:cNvSpPr txBox="1">
            <a:spLocks noGrp="1"/>
          </p:cNvSpPr>
          <p:nvPr>
            <p:ph type="ctrTitle" idx="3"/>
          </p:nvPr>
        </p:nvSpPr>
        <p:spPr>
          <a:xfrm>
            <a:off x="4707851" y="4276767"/>
            <a:ext cx="2776400" cy="61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he-IL"/>
              <a:t>לחץ כדי לערוך סגנון כותרת של תבנית בסיס</a:t>
            </a:r>
            <a:endParaRPr/>
          </a:p>
        </p:txBody>
      </p:sp>
      <p:sp>
        <p:nvSpPr>
          <p:cNvPr id="131" name="Google Shape;131;p15"/>
          <p:cNvSpPr txBox="1">
            <a:spLocks noGrp="1"/>
          </p:cNvSpPr>
          <p:nvPr>
            <p:ph type="subTitle" idx="4"/>
          </p:nvPr>
        </p:nvSpPr>
        <p:spPr>
          <a:xfrm>
            <a:off x="4707733" y="4807729"/>
            <a:ext cx="2776400" cy="11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he-IL"/>
              <a:t>לחץ כדי לערוך סגנון כותרת משנה של תבנית בסיס</a:t>
            </a:r>
            <a:endParaRPr/>
          </a:p>
        </p:txBody>
      </p:sp>
      <p:sp>
        <p:nvSpPr>
          <p:cNvPr id="132" name="Google Shape;132;p15"/>
          <p:cNvSpPr txBox="1">
            <a:spLocks noGrp="1"/>
          </p:cNvSpPr>
          <p:nvPr>
            <p:ph type="ctrTitle" idx="5"/>
          </p:nvPr>
        </p:nvSpPr>
        <p:spPr>
          <a:xfrm>
            <a:off x="7946784" y="4276767"/>
            <a:ext cx="2776400" cy="61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he-IL"/>
              <a:t>לחץ כדי לערוך סגנון כותרת של תבנית בסיס</a:t>
            </a:r>
            <a:endParaRPr/>
          </a:p>
        </p:txBody>
      </p:sp>
      <p:sp>
        <p:nvSpPr>
          <p:cNvPr id="133" name="Google Shape;133;p15"/>
          <p:cNvSpPr txBox="1">
            <a:spLocks noGrp="1"/>
          </p:cNvSpPr>
          <p:nvPr>
            <p:ph type="subTitle" idx="6"/>
          </p:nvPr>
        </p:nvSpPr>
        <p:spPr>
          <a:xfrm>
            <a:off x="7946667" y="4807729"/>
            <a:ext cx="2776400" cy="11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he-IL"/>
              <a:t>לחץ כדי לערוך סגנון כותרת משנה של תבנית בסיס</a:t>
            </a:r>
            <a:endParaRPr/>
          </a:p>
        </p:txBody>
      </p:sp>
      <p:sp>
        <p:nvSpPr>
          <p:cNvPr id="15" name="Google Shape;127;p15"/>
          <p:cNvSpPr/>
          <p:nvPr/>
        </p:nvSpPr>
        <p:spPr>
          <a:xfrm rot="10800000">
            <a:off x="11693483" y="4281100"/>
            <a:ext cx="2776400" cy="27764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75992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Three Columns" preserve="1">
  <p:cSld name="1_Title + Three Columns">
    <p:spTree>
      <p:nvGrpSpPr>
        <p:cNvPr id="1" name="Shape 121"/>
        <p:cNvGrpSpPr/>
        <p:nvPr/>
      </p:nvGrpSpPr>
      <p:grpSpPr>
        <a:xfrm>
          <a:off x="0" y="0"/>
          <a:ext cx="0" cy="0"/>
          <a:chOff x="0" y="0"/>
          <a:chExt cx="0" cy="0"/>
        </a:xfrm>
      </p:grpSpPr>
      <p:sp>
        <p:nvSpPr>
          <p:cNvPr id="123" name="Google Shape;123;p15"/>
          <p:cNvSpPr/>
          <p:nvPr/>
        </p:nvSpPr>
        <p:spPr>
          <a:xfrm rot="10800000">
            <a:off x="-1206009" y="5805497"/>
            <a:ext cx="2776400" cy="2776400"/>
          </a:xfrm>
          <a:prstGeom prst="ellipse">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 name="Google Shape;124;p15"/>
          <p:cNvSpPr/>
          <p:nvPr/>
        </p:nvSpPr>
        <p:spPr>
          <a:xfrm rot="10800000">
            <a:off x="-1482267" y="5696633"/>
            <a:ext cx="2776400" cy="27764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 name="קבוצה 1"/>
          <p:cNvGrpSpPr/>
          <p:nvPr/>
        </p:nvGrpSpPr>
        <p:grpSpPr>
          <a:xfrm flipH="1">
            <a:off x="182191" y="-870401"/>
            <a:ext cx="3163613" cy="2612800"/>
            <a:chOff x="7864199" y="-574675"/>
            <a:chExt cx="2372710" cy="1959600"/>
          </a:xfrm>
        </p:grpSpPr>
        <p:sp>
          <p:nvSpPr>
            <p:cNvPr id="125" name="Google Shape;125;p15"/>
            <p:cNvSpPr/>
            <p:nvPr/>
          </p:nvSpPr>
          <p:spPr>
            <a:xfrm rot="-8100000">
              <a:off x="9203402" y="-672335"/>
              <a:ext cx="103096" cy="1963918"/>
            </a:xfrm>
            <a:prstGeom prst="round2SameRect">
              <a:avLst>
                <a:gd name="adj1" fmla="val 5000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26" name="Google Shape;126;p15"/>
            <p:cNvCxnSpPr/>
            <p:nvPr/>
          </p:nvCxnSpPr>
          <p:spPr>
            <a:xfrm flipH="1">
              <a:off x="7864199" y="-574675"/>
              <a:ext cx="2023800" cy="1959600"/>
            </a:xfrm>
            <a:prstGeom prst="straightConnector1">
              <a:avLst/>
            </a:prstGeom>
            <a:noFill/>
            <a:ln w="19050" cap="flat" cmpd="sng">
              <a:solidFill>
                <a:schemeClr val="accent4"/>
              </a:solidFill>
              <a:prstDash val="solid"/>
              <a:round/>
              <a:headEnd type="none" w="med" len="med"/>
              <a:tailEnd type="none" w="med" len="med"/>
            </a:ln>
          </p:spPr>
        </p:cxnSp>
      </p:grpSp>
      <p:sp>
        <p:nvSpPr>
          <p:cNvPr id="127" name="Google Shape;127;p15"/>
          <p:cNvSpPr/>
          <p:nvPr/>
        </p:nvSpPr>
        <p:spPr>
          <a:xfrm rot="10800000">
            <a:off x="-1538749" y="1805767"/>
            <a:ext cx="2776400" cy="27764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27;p15"/>
          <p:cNvSpPr/>
          <p:nvPr/>
        </p:nvSpPr>
        <p:spPr>
          <a:xfrm rot="10800000">
            <a:off x="11693483" y="4281100"/>
            <a:ext cx="2776400" cy="27764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 name="Google Shape;154;p24">
            <a:extLst>
              <a:ext uri="{FF2B5EF4-FFF2-40B4-BE49-F238E27FC236}">
                <a16:creationId xmlns:a16="http://schemas.microsoft.com/office/drawing/2014/main" id="{F708F69A-B0C6-4DFE-B07C-48BE5337BFDD}"/>
              </a:ext>
            </a:extLst>
          </p:cNvPr>
          <p:cNvSpPr/>
          <p:nvPr/>
        </p:nvSpPr>
        <p:spPr>
          <a:xfrm>
            <a:off x="556371" y="486131"/>
            <a:ext cx="2127912" cy="2733615"/>
          </a:xfrm>
          <a:prstGeom prst="roundRect">
            <a:avLst/>
          </a:prstGeom>
          <a:solidFill>
            <a:schemeClr val="accent3"/>
          </a:solidFill>
          <a:ln>
            <a:noFill/>
          </a:ln>
          <a:effectLst>
            <a:outerShdw blurRad="214313" dist="95250" dir="5400000" algn="bl" rotWithShape="0">
              <a:schemeClr val="accent2">
                <a:alpha val="20000"/>
              </a:schemeClr>
            </a:outerShdw>
          </a:effectLst>
        </p:spPr>
        <p:txBody>
          <a:bodyPr spcFirstLastPara="1" wrap="square" lIns="162533" tIns="162533" rIns="162533" bIns="162533" anchor="ctr" anchorCtr="0">
            <a:noAutofit/>
          </a:bodyPr>
          <a:lstStyle/>
          <a:p>
            <a:pPr algn="l" rtl="0"/>
            <a:endParaRPr sz="2133"/>
          </a:p>
        </p:txBody>
      </p:sp>
      <p:sp>
        <p:nvSpPr>
          <p:cNvPr id="17" name="Google Shape;154;p24">
            <a:extLst>
              <a:ext uri="{FF2B5EF4-FFF2-40B4-BE49-F238E27FC236}">
                <a16:creationId xmlns:a16="http://schemas.microsoft.com/office/drawing/2014/main" id="{8E6B7594-2441-40FF-8B43-440942C0B705}"/>
              </a:ext>
            </a:extLst>
          </p:cNvPr>
          <p:cNvSpPr/>
          <p:nvPr/>
        </p:nvSpPr>
        <p:spPr>
          <a:xfrm>
            <a:off x="6692781" y="428779"/>
            <a:ext cx="3910700" cy="669408"/>
          </a:xfrm>
          <a:prstGeom prst="roundRect">
            <a:avLst>
              <a:gd name="adj" fmla="val 50000"/>
            </a:avLst>
          </a:prstGeom>
          <a:solidFill>
            <a:schemeClr val="accent2">
              <a:lumMod val="20000"/>
              <a:lumOff val="80000"/>
            </a:schemeClr>
          </a:solidFill>
          <a:ln>
            <a:noFill/>
          </a:ln>
          <a:effectLst/>
        </p:spPr>
        <p:txBody>
          <a:bodyPr spcFirstLastPara="1" wrap="square" lIns="162533" tIns="162533" rIns="162533" bIns="162533" anchor="ctr" anchorCtr="0">
            <a:noAutofit/>
          </a:bodyPr>
          <a:lstStyle/>
          <a:p>
            <a:pPr algn="l" rtl="0"/>
            <a:endParaRPr sz="2133"/>
          </a:p>
        </p:txBody>
      </p:sp>
      <p:sp>
        <p:nvSpPr>
          <p:cNvPr id="18" name="Google Shape;154;p24">
            <a:extLst>
              <a:ext uri="{FF2B5EF4-FFF2-40B4-BE49-F238E27FC236}">
                <a16:creationId xmlns:a16="http://schemas.microsoft.com/office/drawing/2014/main" id="{9DD11674-D30E-493B-BB7F-F2912E771D4C}"/>
              </a:ext>
            </a:extLst>
          </p:cNvPr>
          <p:cNvSpPr/>
          <p:nvPr/>
        </p:nvSpPr>
        <p:spPr>
          <a:xfrm>
            <a:off x="9449456" y="428779"/>
            <a:ext cx="3084819" cy="669408"/>
          </a:xfrm>
          <a:prstGeom prst="roundRect">
            <a:avLst>
              <a:gd name="adj" fmla="val 50000"/>
            </a:avLst>
          </a:prstGeom>
          <a:solidFill>
            <a:schemeClr val="accent3"/>
          </a:solidFill>
          <a:ln>
            <a:noFill/>
          </a:ln>
          <a:effectLst>
            <a:outerShdw blurRad="214313" dist="95250" dir="5400000" algn="bl" rotWithShape="0">
              <a:schemeClr val="accent2">
                <a:alpha val="20000"/>
              </a:schemeClr>
            </a:outerShdw>
          </a:effectLst>
        </p:spPr>
        <p:txBody>
          <a:bodyPr spcFirstLastPara="1" wrap="square" lIns="162533" tIns="162533" rIns="162533" bIns="162533" anchor="ctr" anchorCtr="0">
            <a:noAutofit/>
          </a:bodyPr>
          <a:lstStyle/>
          <a:p>
            <a:pPr algn="l" rtl="0"/>
            <a:endParaRPr sz="2133"/>
          </a:p>
        </p:txBody>
      </p:sp>
      <p:sp>
        <p:nvSpPr>
          <p:cNvPr id="19" name="Google Shape;163;p25">
            <a:extLst>
              <a:ext uri="{FF2B5EF4-FFF2-40B4-BE49-F238E27FC236}">
                <a16:creationId xmlns:a16="http://schemas.microsoft.com/office/drawing/2014/main" id="{5C0A3869-3A5D-4EAF-99C0-3302322163DB}"/>
              </a:ext>
            </a:extLst>
          </p:cNvPr>
          <p:cNvSpPr txBox="1">
            <a:spLocks/>
          </p:cNvSpPr>
          <p:nvPr/>
        </p:nvSpPr>
        <p:spPr>
          <a:xfrm>
            <a:off x="4443898" y="6247532"/>
            <a:ext cx="7048588" cy="1236304"/>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algn="r" rtl="0">
              <a:lnSpc>
                <a:spcPct val="150000"/>
              </a:lnSpc>
            </a:pPr>
            <a:endParaRPr lang="en-US" sz="1867" dirty="0">
              <a:latin typeface="Assistant" panose="00000500000000000000" pitchFamily="2" charset="-79"/>
              <a:cs typeface="Assistant" panose="00000500000000000000" pitchFamily="2" charset="-79"/>
            </a:endParaRPr>
          </a:p>
        </p:txBody>
      </p:sp>
      <p:sp>
        <p:nvSpPr>
          <p:cNvPr id="20" name="Google Shape;163;p25">
            <a:extLst>
              <a:ext uri="{FF2B5EF4-FFF2-40B4-BE49-F238E27FC236}">
                <a16:creationId xmlns:a16="http://schemas.microsoft.com/office/drawing/2014/main" id="{ED3E2561-FBBB-4EEB-9815-5591EF8A6A19}"/>
              </a:ext>
            </a:extLst>
          </p:cNvPr>
          <p:cNvSpPr txBox="1">
            <a:spLocks/>
          </p:cNvSpPr>
          <p:nvPr/>
        </p:nvSpPr>
        <p:spPr>
          <a:xfrm>
            <a:off x="9904063" y="471341"/>
            <a:ext cx="2170612" cy="587428"/>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algn="r"/>
            <a:r>
              <a:rPr lang="he-IL" sz="2400" b="1" dirty="0">
                <a:solidFill>
                  <a:schemeClr val="bg1"/>
                </a:solidFill>
                <a:latin typeface="Assistant" panose="00000500000000000000" pitchFamily="2" charset="-79"/>
                <a:cs typeface="Assistant" panose="00000500000000000000" pitchFamily="2" charset="-79"/>
              </a:rPr>
              <a:t>שם היחידה</a:t>
            </a:r>
            <a:endParaRPr lang="en-US" sz="2400" b="1" dirty="0">
              <a:solidFill>
                <a:schemeClr val="bg1"/>
              </a:solidFill>
              <a:latin typeface="Assistant" panose="00000500000000000000" pitchFamily="2" charset="-79"/>
              <a:cs typeface="Assistant" panose="00000500000000000000" pitchFamily="2" charset="-79"/>
            </a:endParaRPr>
          </a:p>
        </p:txBody>
      </p:sp>
      <p:sp>
        <p:nvSpPr>
          <p:cNvPr id="23" name="Google Shape;154;p24">
            <a:extLst>
              <a:ext uri="{FF2B5EF4-FFF2-40B4-BE49-F238E27FC236}">
                <a16:creationId xmlns:a16="http://schemas.microsoft.com/office/drawing/2014/main" id="{C5D0B571-0D53-408E-A7D8-694BCBFAB08B}"/>
              </a:ext>
            </a:extLst>
          </p:cNvPr>
          <p:cNvSpPr/>
          <p:nvPr/>
        </p:nvSpPr>
        <p:spPr>
          <a:xfrm>
            <a:off x="8626725" y="1427149"/>
            <a:ext cx="3287500" cy="485675"/>
          </a:xfrm>
          <a:prstGeom prst="roundRect">
            <a:avLst>
              <a:gd name="adj" fmla="val 50000"/>
            </a:avLst>
          </a:prstGeom>
          <a:solidFill>
            <a:schemeClr val="accent4">
              <a:lumMod val="75000"/>
            </a:schemeClr>
          </a:solidFill>
          <a:ln>
            <a:noFill/>
          </a:ln>
          <a:effectLst>
            <a:outerShdw blurRad="214313" dist="95250" dir="5400000" algn="bl" rotWithShape="0">
              <a:schemeClr val="accent2">
                <a:alpha val="20000"/>
              </a:schemeClr>
            </a:outerShdw>
          </a:effectLst>
        </p:spPr>
        <p:txBody>
          <a:bodyPr spcFirstLastPara="1" wrap="square" lIns="162533" tIns="162533" rIns="162533" bIns="162533" anchor="ctr" anchorCtr="0">
            <a:noAutofit/>
          </a:bodyPr>
          <a:lstStyle/>
          <a:p>
            <a:pPr algn="r" rtl="1"/>
            <a:endParaRPr sz="2133"/>
          </a:p>
        </p:txBody>
      </p:sp>
      <p:sp>
        <p:nvSpPr>
          <p:cNvPr id="24" name="Google Shape;163;p25">
            <a:extLst>
              <a:ext uri="{FF2B5EF4-FFF2-40B4-BE49-F238E27FC236}">
                <a16:creationId xmlns:a16="http://schemas.microsoft.com/office/drawing/2014/main" id="{FCCCE585-2421-48A3-9C17-FB3290675634}"/>
              </a:ext>
            </a:extLst>
          </p:cNvPr>
          <p:cNvSpPr txBox="1">
            <a:spLocks/>
          </p:cNvSpPr>
          <p:nvPr/>
        </p:nvSpPr>
        <p:spPr>
          <a:xfrm>
            <a:off x="7974079" y="1371447"/>
            <a:ext cx="3686888" cy="587428"/>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algn="r" rtl="0"/>
            <a:r>
              <a:rPr lang="he-IL" sz="2133" b="1" dirty="0">
                <a:solidFill>
                  <a:schemeClr val="bg1"/>
                </a:solidFill>
                <a:latin typeface="Assistant" panose="00000500000000000000" pitchFamily="2" charset="-79"/>
                <a:cs typeface="Assistant" panose="00000500000000000000" pitchFamily="2" charset="-79"/>
              </a:rPr>
              <a:t>היחידה ברצף הלימודי</a:t>
            </a:r>
            <a:endParaRPr lang="en-US" sz="2133" b="1" dirty="0">
              <a:solidFill>
                <a:schemeClr val="bg1"/>
              </a:solidFill>
              <a:latin typeface="Assistant" panose="00000500000000000000" pitchFamily="2" charset="-79"/>
              <a:cs typeface="Assistant" panose="00000500000000000000" pitchFamily="2" charset="-79"/>
            </a:endParaRPr>
          </a:p>
        </p:txBody>
      </p:sp>
      <p:sp>
        <p:nvSpPr>
          <p:cNvPr id="25" name="Google Shape;154;p24">
            <a:extLst>
              <a:ext uri="{FF2B5EF4-FFF2-40B4-BE49-F238E27FC236}">
                <a16:creationId xmlns:a16="http://schemas.microsoft.com/office/drawing/2014/main" id="{CF50EC53-D276-4EBE-B949-D8562549B28F}"/>
              </a:ext>
            </a:extLst>
          </p:cNvPr>
          <p:cNvSpPr/>
          <p:nvPr/>
        </p:nvSpPr>
        <p:spPr>
          <a:xfrm>
            <a:off x="9736657" y="4795536"/>
            <a:ext cx="2225831" cy="485675"/>
          </a:xfrm>
          <a:prstGeom prst="roundRect">
            <a:avLst>
              <a:gd name="adj" fmla="val 50000"/>
            </a:avLst>
          </a:prstGeom>
          <a:solidFill>
            <a:schemeClr val="accent4">
              <a:lumMod val="75000"/>
            </a:schemeClr>
          </a:solidFill>
          <a:ln>
            <a:noFill/>
          </a:ln>
          <a:effectLst>
            <a:outerShdw blurRad="214313" dist="95250" dir="5400000" algn="bl" rotWithShape="0">
              <a:schemeClr val="accent2">
                <a:alpha val="20000"/>
              </a:schemeClr>
            </a:outerShdw>
          </a:effectLst>
        </p:spPr>
        <p:txBody>
          <a:bodyPr spcFirstLastPara="1" wrap="square" lIns="162533" tIns="162533" rIns="162533" bIns="162533" anchor="ctr" anchorCtr="0">
            <a:noAutofit/>
          </a:bodyPr>
          <a:lstStyle/>
          <a:p>
            <a:pPr algn="l" rtl="0"/>
            <a:endParaRPr sz="2133"/>
          </a:p>
        </p:txBody>
      </p:sp>
      <p:sp>
        <p:nvSpPr>
          <p:cNvPr id="26" name="Google Shape;163;p25">
            <a:extLst>
              <a:ext uri="{FF2B5EF4-FFF2-40B4-BE49-F238E27FC236}">
                <a16:creationId xmlns:a16="http://schemas.microsoft.com/office/drawing/2014/main" id="{7B611965-0B12-4DF6-83E4-F82257F9798E}"/>
              </a:ext>
            </a:extLst>
          </p:cNvPr>
          <p:cNvSpPr txBox="1">
            <a:spLocks/>
          </p:cNvSpPr>
          <p:nvPr/>
        </p:nvSpPr>
        <p:spPr>
          <a:xfrm>
            <a:off x="7974079" y="4749486"/>
            <a:ext cx="3686888" cy="587428"/>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algn="r" rtl="0"/>
            <a:r>
              <a:rPr lang="he-IL" sz="2133" b="1" dirty="0">
                <a:solidFill>
                  <a:schemeClr val="bg1"/>
                </a:solidFill>
                <a:latin typeface="Assistant" panose="00000500000000000000" pitchFamily="2" charset="-79"/>
                <a:cs typeface="Assistant" panose="00000500000000000000" pitchFamily="2" charset="-79"/>
              </a:rPr>
              <a:t>דרישות קדם</a:t>
            </a:r>
            <a:endParaRPr lang="en-US" sz="2133" b="1" dirty="0">
              <a:solidFill>
                <a:schemeClr val="bg1"/>
              </a:solidFill>
              <a:latin typeface="Assistant" panose="00000500000000000000" pitchFamily="2" charset="-79"/>
              <a:cs typeface="Assistant" panose="00000500000000000000" pitchFamily="2" charset="-79"/>
            </a:endParaRPr>
          </a:p>
        </p:txBody>
      </p:sp>
      <p:grpSp>
        <p:nvGrpSpPr>
          <p:cNvPr id="27" name="קבוצה 26">
            <a:extLst>
              <a:ext uri="{FF2B5EF4-FFF2-40B4-BE49-F238E27FC236}">
                <a16:creationId xmlns:a16="http://schemas.microsoft.com/office/drawing/2014/main" id="{8CB9265B-956B-4B16-8754-16C5D45F16CE}"/>
              </a:ext>
            </a:extLst>
          </p:cNvPr>
          <p:cNvGrpSpPr/>
          <p:nvPr/>
        </p:nvGrpSpPr>
        <p:grpSpPr>
          <a:xfrm>
            <a:off x="4607965" y="2451598"/>
            <a:ext cx="5877787" cy="1363169"/>
            <a:chOff x="5602490" y="2310164"/>
            <a:chExt cx="5624945" cy="1304530"/>
          </a:xfrm>
        </p:grpSpPr>
        <p:cxnSp>
          <p:nvCxnSpPr>
            <p:cNvPr id="28" name="מחבר ישר 27">
              <a:extLst>
                <a:ext uri="{FF2B5EF4-FFF2-40B4-BE49-F238E27FC236}">
                  <a16:creationId xmlns:a16="http://schemas.microsoft.com/office/drawing/2014/main" id="{7E4F65FB-75E0-41C8-B372-D7919CD85B06}"/>
                </a:ext>
              </a:extLst>
            </p:cNvPr>
            <p:cNvCxnSpPr>
              <a:stCxn id="35" idx="1"/>
              <a:endCxn id="34" idx="2"/>
            </p:cNvCxnSpPr>
            <p:nvPr/>
          </p:nvCxnSpPr>
          <p:spPr>
            <a:xfrm>
              <a:off x="6906410" y="2958472"/>
              <a:ext cx="840696" cy="3957"/>
            </a:xfrm>
            <a:prstGeom prst="line">
              <a:avLst/>
            </a:prstGeom>
            <a:ln w="1905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9" name="מחבר ישר 28">
              <a:extLst>
                <a:ext uri="{FF2B5EF4-FFF2-40B4-BE49-F238E27FC236}">
                  <a16:creationId xmlns:a16="http://schemas.microsoft.com/office/drawing/2014/main" id="{886C2C1B-E350-4DB9-A504-2250D4B5D960}"/>
                </a:ext>
              </a:extLst>
            </p:cNvPr>
            <p:cNvCxnSpPr>
              <a:stCxn id="33" idx="6"/>
              <a:endCxn id="35" idx="3"/>
            </p:cNvCxnSpPr>
            <p:nvPr/>
          </p:nvCxnSpPr>
          <p:spPr>
            <a:xfrm flipV="1">
              <a:off x="6045835" y="2958472"/>
              <a:ext cx="719641" cy="3957"/>
            </a:xfrm>
            <a:prstGeom prst="line">
              <a:avLst/>
            </a:prstGeom>
            <a:ln w="1905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0" name="מחבר ישר 29">
              <a:extLst>
                <a:ext uri="{FF2B5EF4-FFF2-40B4-BE49-F238E27FC236}">
                  <a16:creationId xmlns:a16="http://schemas.microsoft.com/office/drawing/2014/main" id="{9A1B8D4E-0D38-46D2-B2C8-96240D029A36}"/>
                </a:ext>
              </a:extLst>
            </p:cNvPr>
            <p:cNvCxnSpPr>
              <a:stCxn id="36" idx="1"/>
              <a:endCxn id="32" idx="2"/>
            </p:cNvCxnSpPr>
            <p:nvPr/>
          </p:nvCxnSpPr>
          <p:spPr>
            <a:xfrm>
              <a:off x="9839354" y="2958472"/>
              <a:ext cx="944736" cy="3957"/>
            </a:xfrm>
            <a:prstGeom prst="line">
              <a:avLst/>
            </a:prstGeom>
            <a:ln w="1905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31" name="מחבר ישר 30">
              <a:extLst>
                <a:ext uri="{FF2B5EF4-FFF2-40B4-BE49-F238E27FC236}">
                  <a16:creationId xmlns:a16="http://schemas.microsoft.com/office/drawing/2014/main" id="{BD4DCAF8-F957-4522-A473-AAD573DD71A1}"/>
                </a:ext>
              </a:extLst>
            </p:cNvPr>
            <p:cNvCxnSpPr>
              <a:stCxn id="34" idx="6"/>
              <a:endCxn id="36" idx="3"/>
            </p:cNvCxnSpPr>
            <p:nvPr/>
          </p:nvCxnSpPr>
          <p:spPr>
            <a:xfrm flipV="1">
              <a:off x="9051636" y="2958472"/>
              <a:ext cx="646784" cy="3957"/>
            </a:xfrm>
            <a:prstGeom prst="line">
              <a:avLst/>
            </a:prstGeom>
            <a:ln w="1905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2" name="אליפסה 31">
              <a:extLst>
                <a:ext uri="{FF2B5EF4-FFF2-40B4-BE49-F238E27FC236}">
                  <a16:creationId xmlns:a16="http://schemas.microsoft.com/office/drawing/2014/main" id="{796BF8A4-EF08-4491-AFC8-D586970611C9}"/>
                </a:ext>
              </a:extLst>
            </p:cNvPr>
            <p:cNvSpPr/>
            <p:nvPr/>
          </p:nvSpPr>
          <p:spPr>
            <a:xfrm>
              <a:off x="10784090" y="2740756"/>
              <a:ext cx="443345" cy="443346"/>
            </a:xfrm>
            <a:prstGeom prst="ellipse">
              <a:avLst/>
            </a:prstGeom>
            <a:noFill/>
            <a:ln w="825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latin typeface="Articulate" panose="02000503040000020004" pitchFamily="2" charset="0"/>
              </a:endParaRPr>
            </a:p>
          </p:txBody>
        </p:sp>
        <p:sp>
          <p:nvSpPr>
            <p:cNvPr id="33" name="אליפסה 32">
              <a:extLst>
                <a:ext uri="{FF2B5EF4-FFF2-40B4-BE49-F238E27FC236}">
                  <a16:creationId xmlns:a16="http://schemas.microsoft.com/office/drawing/2014/main" id="{578618D2-BDE7-43C2-9E23-7CC127E3C2A9}"/>
                </a:ext>
              </a:extLst>
            </p:cNvPr>
            <p:cNvSpPr/>
            <p:nvPr/>
          </p:nvSpPr>
          <p:spPr>
            <a:xfrm>
              <a:off x="5602490" y="2740756"/>
              <a:ext cx="443345" cy="443346"/>
            </a:xfrm>
            <a:prstGeom prst="ellipse">
              <a:avLst/>
            </a:prstGeom>
            <a:noFill/>
            <a:ln w="825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latin typeface="Articulate" panose="02000503040000020004" pitchFamily="2" charset="0"/>
              </a:endParaRPr>
            </a:p>
          </p:txBody>
        </p:sp>
        <p:sp>
          <p:nvSpPr>
            <p:cNvPr id="34" name="אליפסה 33">
              <a:extLst>
                <a:ext uri="{FF2B5EF4-FFF2-40B4-BE49-F238E27FC236}">
                  <a16:creationId xmlns:a16="http://schemas.microsoft.com/office/drawing/2014/main" id="{43D4ABC7-48E0-4AE2-AE93-C74B2FFC2BEE}"/>
                </a:ext>
              </a:extLst>
            </p:cNvPr>
            <p:cNvSpPr/>
            <p:nvPr/>
          </p:nvSpPr>
          <p:spPr>
            <a:xfrm>
              <a:off x="7747106" y="2310164"/>
              <a:ext cx="1304530" cy="1304530"/>
            </a:xfrm>
            <a:prstGeom prst="ellipse">
              <a:avLst/>
            </a:prstGeom>
            <a:pattFill prst="wdDnDiag">
              <a:fgClr>
                <a:schemeClr val="accent1"/>
              </a:fgClr>
              <a:bgClr>
                <a:schemeClr val="bg1"/>
              </a:bgClr>
            </a:pattFill>
            <a:ln w="825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latin typeface="Articulate" panose="02000503040000020004" pitchFamily="2" charset="0"/>
              </a:endParaRPr>
            </a:p>
          </p:txBody>
        </p:sp>
        <p:sp>
          <p:nvSpPr>
            <p:cNvPr id="35" name="סוגר זוויתי 53">
              <a:extLst>
                <a:ext uri="{FF2B5EF4-FFF2-40B4-BE49-F238E27FC236}">
                  <a16:creationId xmlns:a16="http://schemas.microsoft.com/office/drawing/2014/main" id="{495E9638-792A-446B-A634-030D028839FD}"/>
                </a:ext>
              </a:extLst>
            </p:cNvPr>
            <p:cNvSpPr/>
            <p:nvPr/>
          </p:nvSpPr>
          <p:spPr>
            <a:xfrm rot="10800000">
              <a:off x="6765476" y="2817538"/>
              <a:ext cx="281869" cy="281869"/>
            </a:xfrm>
            <a:prstGeom prst="chevron">
              <a:avLst/>
            </a:prstGeom>
            <a:solidFill>
              <a:schemeClr val="accent6">
                <a:lumMod val="40000"/>
                <a:lumOff val="60000"/>
              </a:schemeClr>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solidFill>
                  <a:schemeClr val="tx1"/>
                </a:solidFill>
                <a:latin typeface="Articulate" panose="02000503040000020004" pitchFamily="2" charset="0"/>
              </a:endParaRPr>
            </a:p>
          </p:txBody>
        </p:sp>
        <p:sp>
          <p:nvSpPr>
            <p:cNvPr id="36" name="סוגר זוויתי 54">
              <a:extLst>
                <a:ext uri="{FF2B5EF4-FFF2-40B4-BE49-F238E27FC236}">
                  <a16:creationId xmlns:a16="http://schemas.microsoft.com/office/drawing/2014/main" id="{461E6404-1F92-49C8-BAF0-35196F73B62B}"/>
                </a:ext>
              </a:extLst>
            </p:cNvPr>
            <p:cNvSpPr/>
            <p:nvPr/>
          </p:nvSpPr>
          <p:spPr>
            <a:xfrm rot="10800000">
              <a:off x="9698420" y="2817538"/>
              <a:ext cx="281869" cy="281869"/>
            </a:xfrm>
            <a:prstGeom prst="chevron">
              <a:avLst/>
            </a:prstGeom>
            <a:solidFill>
              <a:schemeClr val="accent6">
                <a:lumMod val="40000"/>
                <a:lumOff val="60000"/>
              </a:schemeClr>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solidFill>
                  <a:schemeClr val="tx1"/>
                </a:solidFill>
                <a:latin typeface="Articulate" panose="02000503040000020004" pitchFamily="2" charset="0"/>
              </a:endParaRPr>
            </a:p>
          </p:txBody>
        </p:sp>
      </p:grpSp>
      <p:sp>
        <p:nvSpPr>
          <p:cNvPr id="40" name="Google Shape;163;p25">
            <a:extLst>
              <a:ext uri="{FF2B5EF4-FFF2-40B4-BE49-F238E27FC236}">
                <a16:creationId xmlns:a16="http://schemas.microsoft.com/office/drawing/2014/main" id="{2260C373-E1C8-4541-8B6E-50EE6CE40BFE}"/>
              </a:ext>
            </a:extLst>
          </p:cNvPr>
          <p:cNvSpPr txBox="1">
            <a:spLocks/>
          </p:cNvSpPr>
          <p:nvPr/>
        </p:nvSpPr>
        <p:spPr>
          <a:xfrm>
            <a:off x="727888" y="1901263"/>
            <a:ext cx="1869405" cy="1056640"/>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algn="ctr" rtl="1">
              <a:lnSpc>
                <a:spcPct val="100000"/>
              </a:lnSpc>
            </a:pPr>
            <a:r>
              <a:rPr lang="he-IL" sz="1867" b="1" dirty="0">
                <a:solidFill>
                  <a:schemeClr val="bg1"/>
                </a:solidFill>
                <a:latin typeface="Assistant" panose="00000500000000000000" pitchFamily="2" charset="-79"/>
                <a:cs typeface="Assistant" panose="00000500000000000000" pitchFamily="2" charset="-79"/>
              </a:rPr>
              <a:t>זמן שיעור</a:t>
            </a:r>
          </a:p>
          <a:p>
            <a:pPr rtl="0">
              <a:lnSpc>
                <a:spcPct val="100000"/>
              </a:lnSpc>
            </a:pPr>
            <a:r>
              <a:rPr lang="he-IL" sz="2667" dirty="0">
                <a:solidFill>
                  <a:schemeClr val="bg1"/>
                </a:solidFill>
                <a:latin typeface="Assistant" panose="00000500000000000000" pitchFamily="2" charset="-79"/>
                <a:cs typeface="Assistant" panose="00000500000000000000" pitchFamily="2" charset="-79"/>
              </a:rPr>
              <a:t>90 דקות</a:t>
            </a:r>
            <a:endParaRPr lang="en-US" sz="2667" dirty="0">
              <a:solidFill>
                <a:schemeClr val="bg1"/>
              </a:solidFill>
              <a:latin typeface="Assistant" panose="00000500000000000000" pitchFamily="2" charset="-79"/>
              <a:cs typeface="Assistant" panose="00000500000000000000" pitchFamily="2" charset="-79"/>
            </a:endParaRPr>
          </a:p>
        </p:txBody>
      </p:sp>
      <p:grpSp>
        <p:nvGrpSpPr>
          <p:cNvPr id="41" name="Google Shape;11056;p64">
            <a:extLst>
              <a:ext uri="{FF2B5EF4-FFF2-40B4-BE49-F238E27FC236}">
                <a16:creationId xmlns:a16="http://schemas.microsoft.com/office/drawing/2014/main" id="{8322FE4E-F0D8-4644-A927-75EC8E773D90}"/>
              </a:ext>
            </a:extLst>
          </p:cNvPr>
          <p:cNvGrpSpPr/>
          <p:nvPr/>
        </p:nvGrpSpPr>
        <p:grpSpPr>
          <a:xfrm>
            <a:off x="1211609" y="989319"/>
            <a:ext cx="901963" cy="901823"/>
            <a:chOff x="3270475" y="1427025"/>
            <a:chExt cx="483200" cy="483125"/>
          </a:xfrm>
          <a:solidFill>
            <a:schemeClr val="bg1"/>
          </a:solidFill>
        </p:grpSpPr>
        <p:sp>
          <p:nvSpPr>
            <p:cNvPr id="42" name="Google Shape;11057;p64">
              <a:extLst>
                <a:ext uri="{FF2B5EF4-FFF2-40B4-BE49-F238E27FC236}">
                  <a16:creationId xmlns:a16="http://schemas.microsoft.com/office/drawing/2014/main" id="{A7A2E35C-94CB-4367-9782-FE7531C780FC}"/>
                </a:ext>
              </a:extLst>
            </p:cNvPr>
            <p:cNvSpPr/>
            <p:nvPr/>
          </p:nvSpPr>
          <p:spPr>
            <a:xfrm>
              <a:off x="3270475" y="1427025"/>
              <a:ext cx="483200" cy="483125"/>
            </a:xfrm>
            <a:custGeom>
              <a:avLst/>
              <a:gdLst/>
              <a:ahLst/>
              <a:cxnLst/>
              <a:rect l="l" t="t" r="r" b="b"/>
              <a:pathLst>
                <a:path w="19328" h="19325" extrusionOk="0">
                  <a:moveTo>
                    <a:pt x="9630" y="1133"/>
                  </a:moveTo>
                  <a:cubicBezTo>
                    <a:pt x="14352" y="1133"/>
                    <a:pt x="18196" y="4943"/>
                    <a:pt x="18196" y="9626"/>
                  </a:cubicBezTo>
                  <a:cubicBezTo>
                    <a:pt x="18196" y="14349"/>
                    <a:pt x="14352" y="18193"/>
                    <a:pt x="9630" y="18193"/>
                  </a:cubicBezTo>
                  <a:cubicBezTo>
                    <a:pt x="4946" y="18193"/>
                    <a:pt x="1136" y="14349"/>
                    <a:pt x="1136" y="9626"/>
                  </a:cubicBezTo>
                  <a:cubicBezTo>
                    <a:pt x="1136" y="4943"/>
                    <a:pt x="4946" y="1133"/>
                    <a:pt x="9630" y="1133"/>
                  </a:cubicBezTo>
                  <a:close/>
                  <a:moveTo>
                    <a:pt x="9641" y="0"/>
                  </a:moveTo>
                  <a:cubicBezTo>
                    <a:pt x="9637" y="0"/>
                    <a:pt x="9633" y="0"/>
                    <a:pt x="9630" y="0"/>
                  </a:cubicBezTo>
                  <a:cubicBezTo>
                    <a:pt x="4312" y="0"/>
                    <a:pt x="4" y="4309"/>
                    <a:pt x="4" y="9626"/>
                  </a:cubicBezTo>
                  <a:cubicBezTo>
                    <a:pt x="1" y="12187"/>
                    <a:pt x="1012" y="14648"/>
                    <a:pt x="2821" y="16465"/>
                  </a:cubicBezTo>
                  <a:cubicBezTo>
                    <a:pt x="4644" y="18310"/>
                    <a:pt x="7063" y="19325"/>
                    <a:pt x="9630" y="19325"/>
                  </a:cubicBezTo>
                  <a:cubicBezTo>
                    <a:pt x="10922" y="19325"/>
                    <a:pt x="12199" y="19065"/>
                    <a:pt x="13389" y="18555"/>
                  </a:cubicBezTo>
                  <a:cubicBezTo>
                    <a:pt x="15711" y="17558"/>
                    <a:pt x="17562" y="15708"/>
                    <a:pt x="18558" y="13386"/>
                  </a:cubicBezTo>
                  <a:cubicBezTo>
                    <a:pt x="19068" y="12196"/>
                    <a:pt x="19328" y="10919"/>
                    <a:pt x="19328" y="9626"/>
                  </a:cubicBezTo>
                  <a:cubicBezTo>
                    <a:pt x="19328" y="7060"/>
                    <a:pt x="18313" y="4641"/>
                    <a:pt x="16469" y="2818"/>
                  </a:cubicBezTo>
                  <a:cubicBezTo>
                    <a:pt x="14654" y="1012"/>
                    <a:pt x="12197" y="0"/>
                    <a:pt x="96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solidFill>
                  <a:srgbClr val="435D74"/>
                </a:solidFill>
              </a:endParaRPr>
            </a:p>
          </p:txBody>
        </p:sp>
        <p:sp>
          <p:nvSpPr>
            <p:cNvPr id="43" name="Google Shape;11058;p64">
              <a:extLst>
                <a:ext uri="{FF2B5EF4-FFF2-40B4-BE49-F238E27FC236}">
                  <a16:creationId xmlns:a16="http://schemas.microsoft.com/office/drawing/2014/main" id="{C2C58246-B3DD-42AD-A5A1-9516D727BB34}"/>
                </a:ext>
              </a:extLst>
            </p:cNvPr>
            <p:cNvSpPr/>
            <p:nvPr/>
          </p:nvSpPr>
          <p:spPr>
            <a:xfrm>
              <a:off x="3497550" y="1596875"/>
              <a:ext cx="87650" cy="141525"/>
            </a:xfrm>
            <a:custGeom>
              <a:avLst/>
              <a:gdLst/>
              <a:ahLst/>
              <a:cxnLst/>
              <a:rect l="l" t="t" r="r" b="b"/>
              <a:pathLst>
                <a:path w="3506" h="5661" extrusionOk="0">
                  <a:moveTo>
                    <a:pt x="2885" y="1"/>
                  </a:moveTo>
                  <a:cubicBezTo>
                    <a:pt x="2740" y="1"/>
                    <a:pt x="2595" y="56"/>
                    <a:pt x="2485" y="166"/>
                  </a:cubicBezTo>
                  <a:lnTo>
                    <a:pt x="220" y="2431"/>
                  </a:lnTo>
                  <a:cubicBezTo>
                    <a:pt x="0" y="2651"/>
                    <a:pt x="0" y="3011"/>
                    <a:pt x="220" y="3231"/>
                  </a:cubicBezTo>
                  <a:lnTo>
                    <a:pt x="2485" y="5496"/>
                  </a:lnTo>
                  <a:cubicBezTo>
                    <a:pt x="2595" y="5606"/>
                    <a:pt x="2740" y="5661"/>
                    <a:pt x="2885" y="5661"/>
                  </a:cubicBezTo>
                  <a:cubicBezTo>
                    <a:pt x="3030" y="5661"/>
                    <a:pt x="3175" y="5606"/>
                    <a:pt x="3285" y="5496"/>
                  </a:cubicBezTo>
                  <a:cubicBezTo>
                    <a:pt x="3506" y="5275"/>
                    <a:pt x="3506" y="4916"/>
                    <a:pt x="3285" y="4695"/>
                  </a:cubicBezTo>
                  <a:lnTo>
                    <a:pt x="1422" y="2832"/>
                  </a:lnTo>
                  <a:lnTo>
                    <a:pt x="3285" y="966"/>
                  </a:lnTo>
                  <a:cubicBezTo>
                    <a:pt x="3506" y="746"/>
                    <a:pt x="3506" y="387"/>
                    <a:pt x="3285" y="166"/>
                  </a:cubicBezTo>
                  <a:cubicBezTo>
                    <a:pt x="3175" y="56"/>
                    <a:pt x="3030" y="1"/>
                    <a:pt x="28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solidFill>
                  <a:srgbClr val="435D74"/>
                </a:solidFill>
              </a:endParaRPr>
            </a:p>
          </p:txBody>
        </p:sp>
        <p:sp>
          <p:nvSpPr>
            <p:cNvPr id="44" name="Google Shape;11059;p64">
              <a:extLst>
                <a:ext uri="{FF2B5EF4-FFF2-40B4-BE49-F238E27FC236}">
                  <a16:creationId xmlns:a16="http://schemas.microsoft.com/office/drawing/2014/main" id="{E5992806-E345-4A90-9617-8E56781437F2}"/>
                </a:ext>
              </a:extLst>
            </p:cNvPr>
            <p:cNvSpPr/>
            <p:nvPr/>
          </p:nvSpPr>
          <p:spPr>
            <a:xfrm>
              <a:off x="3327100" y="1483625"/>
              <a:ext cx="369975" cy="369925"/>
            </a:xfrm>
            <a:custGeom>
              <a:avLst/>
              <a:gdLst/>
              <a:ahLst/>
              <a:cxnLst/>
              <a:rect l="l" t="t" r="r" b="b"/>
              <a:pathLst>
                <a:path w="14799" h="14797" extrusionOk="0">
                  <a:moveTo>
                    <a:pt x="7929" y="1157"/>
                  </a:moveTo>
                  <a:cubicBezTo>
                    <a:pt x="9206" y="1272"/>
                    <a:pt x="10420" y="1770"/>
                    <a:pt x="11411" y="2589"/>
                  </a:cubicBezTo>
                  <a:lnTo>
                    <a:pt x="11042" y="2957"/>
                  </a:lnTo>
                  <a:cubicBezTo>
                    <a:pt x="10828" y="3180"/>
                    <a:pt x="10831" y="3534"/>
                    <a:pt x="11048" y="3751"/>
                  </a:cubicBezTo>
                  <a:cubicBezTo>
                    <a:pt x="11158" y="3861"/>
                    <a:pt x="11303" y="3916"/>
                    <a:pt x="11448" y="3916"/>
                  </a:cubicBezTo>
                  <a:cubicBezTo>
                    <a:pt x="11590" y="3916"/>
                    <a:pt x="11732" y="3863"/>
                    <a:pt x="11842" y="3757"/>
                  </a:cubicBezTo>
                  <a:lnTo>
                    <a:pt x="12214" y="3389"/>
                  </a:lnTo>
                  <a:cubicBezTo>
                    <a:pt x="13026" y="4349"/>
                    <a:pt x="13524" y="5539"/>
                    <a:pt x="13639" y="6795"/>
                  </a:cubicBezTo>
                  <a:lnTo>
                    <a:pt x="13101" y="6795"/>
                  </a:lnTo>
                  <a:cubicBezTo>
                    <a:pt x="12787" y="6795"/>
                    <a:pt x="12534" y="7048"/>
                    <a:pt x="12534" y="7362"/>
                  </a:cubicBezTo>
                  <a:cubicBezTo>
                    <a:pt x="12534" y="7673"/>
                    <a:pt x="12787" y="7927"/>
                    <a:pt x="13101" y="7927"/>
                  </a:cubicBezTo>
                  <a:lnTo>
                    <a:pt x="13639" y="7927"/>
                  </a:lnTo>
                  <a:cubicBezTo>
                    <a:pt x="13515" y="9198"/>
                    <a:pt x="13005" y="10400"/>
                    <a:pt x="12178" y="11375"/>
                  </a:cubicBezTo>
                  <a:lnTo>
                    <a:pt x="11842" y="11040"/>
                  </a:lnTo>
                  <a:cubicBezTo>
                    <a:pt x="11732" y="10934"/>
                    <a:pt x="11590" y="10881"/>
                    <a:pt x="11448" y="10881"/>
                  </a:cubicBezTo>
                  <a:cubicBezTo>
                    <a:pt x="11303" y="10881"/>
                    <a:pt x="11158" y="10936"/>
                    <a:pt x="11048" y="11046"/>
                  </a:cubicBezTo>
                  <a:cubicBezTo>
                    <a:pt x="10831" y="11264"/>
                    <a:pt x="10828" y="11617"/>
                    <a:pt x="11042" y="11840"/>
                  </a:cubicBezTo>
                  <a:lnTo>
                    <a:pt x="11377" y="12175"/>
                  </a:lnTo>
                  <a:cubicBezTo>
                    <a:pt x="10402" y="13003"/>
                    <a:pt x="9200" y="13513"/>
                    <a:pt x="7929" y="13637"/>
                  </a:cubicBezTo>
                  <a:lnTo>
                    <a:pt x="7929" y="13099"/>
                  </a:lnTo>
                  <a:cubicBezTo>
                    <a:pt x="7929" y="12785"/>
                    <a:pt x="7676" y="12532"/>
                    <a:pt x="7365" y="12532"/>
                  </a:cubicBezTo>
                  <a:cubicBezTo>
                    <a:pt x="7051" y="12532"/>
                    <a:pt x="6797" y="12785"/>
                    <a:pt x="6797" y="13099"/>
                  </a:cubicBezTo>
                  <a:lnTo>
                    <a:pt x="6797" y="13637"/>
                  </a:lnTo>
                  <a:cubicBezTo>
                    <a:pt x="5541" y="13522"/>
                    <a:pt x="4351" y="13024"/>
                    <a:pt x="3391" y="12212"/>
                  </a:cubicBezTo>
                  <a:lnTo>
                    <a:pt x="3759" y="11840"/>
                  </a:lnTo>
                  <a:cubicBezTo>
                    <a:pt x="3974" y="11617"/>
                    <a:pt x="3971" y="11264"/>
                    <a:pt x="3753" y="11046"/>
                  </a:cubicBezTo>
                  <a:cubicBezTo>
                    <a:pt x="3643" y="10936"/>
                    <a:pt x="3499" y="10881"/>
                    <a:pt x="3354" y="10881"/>
                  </a:cubicBezTo>
                  <a:cubicBezTo>
                    <a:pt x="3212" y="10881"/>
                    <a:pt x="3070" y="10934"/>
                    <a:pt x="2959" y="11040"/>
                  </a:cubicBezTo>
                  <a:lnTo>
                    <a:pt x="2591" y="11408"/>
                  </a:lnTo>
                  <a:cubicBezTo>
                    <a:pt x="1773" y="10418"/>
                    <a:pt x="1274" y="9204"/>
                    <a:pt x="1160" y="7927"/>
                  </a:cubicBezTo>
                  <a:lnTo>
                    <a:pt x="1703" y="7927"/>
                  </a:lnTo>
                  <a:cubicBezTo>
                    <a:pt x="2014" y="7927"/>
                    <a:pt x="2268" y="7673"/>
                    <a:pt x="2268" y="7362"/>
                  </a:cubicBezTo>
                  <a:cubicBezTo>
                    <a:pt x="2268" y="7048"/>
                    <a:pt x="2014" y="6795"/>
                    <a:pt x="1703" y="6795"/>
                  </a:cubicBezTo>
                  <a:lnTo>
                    <a:pt x="1163" y="6795"/>
                  </a:lnTo>
                  <a:cubicBezTo>
                    <a:pt x="1274" y="5539"/>
                    <a:pt x="1770" y="4346"/>
                    <a:pt x="2579" y="3377"/>
                  </a:cubicBezTo>
                  <a:lnTo>
                    <a:pt x="2959" y="3757"/>
                  </a:lnTo>
                  <a:cubicBezTo>
                    <a:pt x="3070" y="3863"/>
                    <a:pt x="3212" y="3916"/>
                    <a:pt x="3354" y="3916"/>
                  </a:cubicBezTo>
                  <a:cubicBezTo>
                    <a:pt x="3499" y="3916"/>
                    <a:pt x="3643" y="3861"/>
                    <a:pt x="3753" y="3751"/>
                  </a:cubicBezTo>
                  <a:cubicBezTo>
                    <a:pt x="3971" y="3534"/>
                    <a:pt x="3974" y="3180"/>
                    <a:pt x="3759" y="2957"/>
                  </a:cubicBezTo>
                  <a:lnTo>
                    <a:pt x="3379" y="2577"/>
                  </a:lnTo>
                  <a:cubicBezTo>
                    <a:pt x="4348" y="1767"/>
                    <a:pt x="5541" y="1272"/>
                    <a:pt x="6797" y="1160"/>
                  </a:cubicBezTo>
                  <a:lnTo>
                    <a:pt x="6797" y="1701"/>
                  </a:lnTo>
                  <a:cubicBezTo>
                    <a:pt x="6797" y="2012"/>
                    <a:pt x="7051" y="2266"/>
                    <a:pt x="7365" y="2266"/>
                  </a:cubicBezTo>
                  <a:cubicBezTo>
                    <a:pt x="7676" y="2266"/>
                    <a:pt x="7929" y="2012"/>
                    <a:pt x="7929" y="1701"/>
                  </a:cubicBezTo>
                  <a:lnTo>
                    <a:pt x="7929" y="1157"/>
                  </a:lnTo>
                  <a:close/>
                  <a:moveTo>
                    <a:pt x="7376" y="1"/>
                  </a:moveTo>
                  <a:cubicBezTo>
                    <a:pt x="7372" y="1"/>
                    <a:pt x="7368" y="1"/>
                    <a:pt x="7365" y="1"/>
                  </a:cubicBezTo>
                  <a:cubicBezTo>
                    <a:pt x="5435" y="1"/>
                    <a:pt x="3581" y="759"/>
                    <a:pt x="2210" y="2115"/>
                  </a:cubicBezTo>
                  <a:cubicBezTo>
                    <a:pt x="2174" y="2142"/>
                    <a:pt x="2141" y="2172"/>
                    <a:pt x="2114" y="2208"/>
                  </a:cubicBezTo>
                  <a:cubicBezTo>
                    <a:pt x="761" y="3582"/>
                    <a:pt x="3" y="5433"/>
                    <a:pt x="3" y="7362"/>
                  </a:cubicBezTo>
                  <a:cubicBezTo>
                    <a:pt x="0" y="9322"/>
                    <a:pt x="776" y="11206"/>
                    <a:pt x="2159" y="12598"/>
                  </a:cubicBezTo>
                  <a:lnTo>
                    <a:pt x="2177" y="12616"/>
                  </a:lnTo>
                  <a:lnTo>
                    <a:pt x="2180" y="12619"/>
                  </a:lnTo>
                  <a:lnTo>
                    <a:pt x="2186" y="12625"/>
                  </a:lnTo>
                  <a:cubicBezTo>
                    <a:pt x="3578" y="14023"/>
                    <a:pt x="5414" y="14796"/>
                    <a:pt x="7365" y="14796"/>
                  </a:cubicBezTo>
                  <a:cubicBezTo>
                    <a:pt x="9327" y="14796"/>
                    <a:pt x="11187" y="14017"/>
                    <a:pt x="12603" y="12601"/>
                  </a:cubicBezTo>
                  <a:cubicBezTo>
                    <a:pt x="14019" y="11185"/>
                    <a:pt x="14798" y="9325"/>
                    <a:pt x="14798" y="7362"/>
                  </a:cubicBezTo>
                  <a:cubicBezTo>
                    <a:pt x="14798" y="5415"/>
                    <a:pt x="14028" y="3576"/>
                    <a:pt x="12627" y="2184"/>
                  </a:cubicBezTo>
                  <a:lnTo>
                    <a:pt x="12621" y="2178"/>
                  </a:lnTo>
                  <a:cubicBezTo>
                    <a:pt x="12621" y="2175"/>
                    <a:pt x="12618" y="2175"/>
                    <a:pt x="12618" y="2175"/>
                  </a:cubicBezTo>
                  <a:lnTo>
                    <a:pt x="12600" y="2157"/>
                  </a:lnTo>
                  <a:cubicBezTo>
                    <a:pt x="11211" y="777"/>
                    <a:pt x="9331" y="1"/>
                    <a:pt x="7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solidFill>
                  <a:srgbClr val="435D74"/>
                </a:solidFill>
              </a:endParaRPr>
            </a:p>
          </p:txBody>
        </p:sp>
      </p:grpSp>
      <p:sp>
        <p:nvSpPr>
          <p:cNvPr id="4" name="מציין מיקום טקסט 3">
            <a:extLst>
              <a:ext uri="{FF2B5EF4-FFF2-40B4-BE49-F238E27FC236}">
                <a16:creationId xmlns:a16="http://schemas.microsoft.com/office/drawing/2014/main" id="{BFFE3EC5-1774-4736-A6E4-18944D8FF577}"/>
              </a:ext>
            </a:extLst>
          </p:cNvPr>
          <p:cNvSpPr>
            <a:spLocks noGrp="1"/>
          </p:cNvSpPr>
          <p:nvPr>
            <p:ph type="body" sz="quarter" idx="10" hasCustomPrompt="1"/>
          </p:nvPr>
        </p:nvSpPr>
        <p:spPr>
          <a:xfrm>
            <a:off x="6795283" y="460253"/>
            <a:ext cx="2649180" cy="609600"/>
          </a:xfrm>
          <a:prstGeom prst="rect">
            <a:avLst/>
          </a:prstGeom>
        </p:spPr>
        <p:txBody>
          <a:bodyPr spcFirstLastPara="1" vert="horz" wrap="square" lIns="121900" tIns="121900" rIns="121900" bIns="121900" rtlCol="1" anchor="t" anchorCtr="0">
            <a:noAutofit/>
          </a:bodyPr>
          <a:lstStyle>
            <a:lvl1pPr algn="r">
              <a:defRPr lang="he-IL" sz="2400" kern="1200" dirty="0">
                <a:solidFill>
                  <a:schemeClr val="accent2">
                    <a:lumMod val="25000"/>
                  </a:schemeClr>
                </a:solidFill>
                <a:latin typeface="Assistant" panose="00000500000000000000" pitchFamily="2" charset="-79"/>
                <a:ea typeface="+mj-ea"/>
                <a:cs typeface="Assistant" panose="00000500000000000000" pitchFamily="2" charset="-79"/>
              </a:defRPr>
            </a:lvl1pPr>
          </a:lstStyle>
          <a:p>
            <a:pPr algn="r"/>
            <a:r>
              <a:rPr lang="he-IL" sz="2400" dirty="0">
                <a:solidFill>
                  <a:schemeClr val="accent2">
                    <a:lumMod val="25000"/>
                  </a:schemeClr>
                </a:solidFill>
                <a:latin typeface="Assistant" panose="00000500000000000000" pitchFamily="2" charset="-79"/>
                <a:cs typeface="Assistant" panose="00000500000000000000" pitchFamily="2" charset="-79"/>
              </a:rPr>
              <a:t>הכנס שם יחידה</a:t>
            </a:r>
            <a:endParaRPr lang="en-US" sz="2400" dirty="0">
              <a:solidFill>
                <a:schemeClr val="accent2">
                  <a:lumMod val="25000"/>
                </a:schemeClr>
              </a:solidFill>
              <a:latin typeface="Assistant" panose="00000500000000000000" pitchFamily="2" charset="-79"/>
              <a:cs typeface="Assistant" panose="00000500000000000000" pitchFamily="2" charset="-79"/>
            </a:endParaRPr>
          </a:p>
        </p:txBody>
      </p:sp>
      <p:sp>
        <p:nvSpPr>
          <p:cNvPr id="6" name="מציין מיקום טקסט 5">
            <a:extLst>
              <a:ext uri="{FF2B5EF4-FFF2-40B4-BE49-F238E27FC236}">
                <a16:creationId xmlns:a16="http://schemas.microsoft.com/office/drawing/2014/main" id="{617929B9-D60A-4B8D-AA38-7ECFC3DA362F}"/>
              </a:ext>
            </a:extLst>
          </p:cNvPr>
          <p:cNvSpPr>
            <a:spLocks noGrp="1"/>
          </p:cNvSpPr>
          <p:nvPr>
            <p:ph type="body" sz="quarter" idx="11" hasCustomPrompt="1"/>
          </p:nvPr>
        </p:nvSpPr>
        <p:spPr>
          <a:xfrm>
            <a:off x="6920493" y="2747011"/>
            <a:ext cx="1208691" cy="747183"/>
          </a:xfrm>
          <a:prstGeom prst="rect">
            <a:avLst/>
          </a:prstGeom>
        </p:spPr>
        <p:txBody>
          <a:bodyPr/>
          <a:lstStyle>
            <a:lvl1pPr algn="ctr">
              <a:defRPr b="1"/>
            </a:lvl1pPr>
          </a:lstStyle>
          <a:p>
            <a:pPr lvl="0"/>
            <a:r>
              <a:rPr lang="he-IL" dirty="0"/>
              <a:t>נושא לדוגמה</a:t>
            </a:r>
          </a:p>
        </p:txBody>
      </p:sp>
      <p:sp>
        <p:nvSpPr>
          <p:cNvPr id="8" name="מציין מיקום טקסט 7">
            <a:extLst>
              <a:ext uri="{FF2B5EF4-FFF2-40B4-BE49-F238E27FC236}">
                <a16:creationId xmlns:a16="http://schemas.microsoft.com/office/drawing/2014/main" id="{959632C1-DAB3-4512-845B-97608A7AE3C3}"/>
              </a:ext>
            </a:extLst>
          </p:cNvPr>
          <p:cNvSpPr>
            <a:spLocks noGrp="1"/>
          </p:cNvSpPr>
          <p:nvPr>
            <p:ph type="body" sz="quarter" idx="12" hasCustomPrompt="1"/>
          </p:nvPr>
        </p:nvSpPr>
        <p:spPr>
          <a:xfrm>
            <a:off x="9714769" y="3371749"/>
            <a:ext cx="1083684" cy="695136"/>
          </a:xfrm>
          <a:prstGeom prst="rect">
            <a:avLst/>
          </a:prstGeom>
        </p:spPr>
        <p:txBody>
          <a:bodyPr/>
          <a:lstStyle>
            <a:lvl1pPr algn="ctr">
              <a:defRPr/>
            </a:lvl1pPr>
          </a:lstStyle>
          <a:p>
            <a:pPr lvl="0"/>
            <a:r>
              <a:rPr lang="he-IL" dirty="0"/>
              <a:t>נושא נוסף</a:t>
            </a:r>
          </a:p>
        </p:txBody>
      </p:sp>
      <p:sp>
        <p:nvSpPr>
          <p:cNvPr id="51" name="מציין מיקום טקסט 7">
            <a:extLst>
              <a:ext uri="{FF2B5EF4-FFF2-40B4-BE49-F238E27FC236}">
                <a16:creationId xmlns:a16="http://schemas.microsoft.com/office/drawing/2014/main" id="{1307E72B-7D54-4A4B-B7BC-DF3774F9BDC2}"/>
              </a:ext>
            </a:extLst>
          </p:cNvPr>
          <p:cNvSpPr>
            <a:spLocks noGrp="1"/>
          </p:cNvSpPr>
          <p:nvPr>
            <p:ph type="body" sz="quarter" idx="13" hasCustomPrompt="1"/>
          </p:nvPr>
        </p:nvSpPr>
        <p:spPr>
          <a:xfrm>
            <a:off x="4297759" y="3371749"/>
            <a:ext cx="1083684" cy="695136"/>
          </a:xfrm>
          <a:prstGeom prst="rect">
            <a:avLst/>
          </a:prstGeom>
        </p:spPr>
        <p:txBody>
          <a:bodyPr/>
          <a:lstStyle>
            <a:lvl1pPr algn="ctr">
              <a:defRPr/>
            </a:lvl1pPr>
          </a:lstStyle>
          <a:p>
            <a:pPr lvl="0"/>
            <a:r>
              <a:rPr lang="he-IL" dirty="0"/>
              <a:t>נושא נוסף</a:t>
            </a:r>
          </a:p>
        </p:txBody>
      </p:sp>
      <p:sp>
        <p:nvSpPr>
          <p:cNvPr id="10" name="מציין מיקום טקסט 9">
            <a:extLst>
              <a:ext uri="{FF2B5EF4-FFF2-40B4-BE49-F238E27FC236}">
                <a16:creationId xmlns:a16="http://schemas.microsoft.com/office/drawing/2014/main" id="{104AF3B4-94FE-4491-892E-9667CC39B7E7}"/>
              </a:ext>
            </a:extLst>
          </p:cNvPr>
          <p:cNvSpPr>
            <a:spLocks noGrp="1"/>
          </p:cNvSpPr>
          <p:nvPr>
            <p:ph type="body" sz="quarter" idx="14" hasCustomPrompt="1"/>
          </p:nvPr>
        </p:nvSpPr>
        <p:spPr>
          <a:xfrm>
            <a:off x="731441" y="2297846"/>
            <a:ext cx="1869017" cy="649817"/>
          </a:xfrm>
          <a:prstGeom prst="rect">
            <a:avLst/>
          </a:prstGeom>
        </p:spPr>
        <p:txBody>
          <a:bodyPr/>
          <a:lstStyle>
            <a:lvl1pPr algn="ctr">
              <a:defRPr lang="he-IL" sz="2667" b="0" i="0" u="none" strike="noStrike" kern="1200" cap="none" dirty="0" smtClean="0">
                <a:solidFill>
                  <a:schemeClr val="bg1"/>
                </a:solidFill>
                <a:latin typeface="Assistant" panose="00000500000000000000" pitchFamily="2" charset="-79"/>
                <a:ea typeface="+mj-ea"/>
                <a:cs typeface="Assistant" panose="00000500000000000000" pitchFamily="2" charset="-79"/>
                <a:sym typeface="Arial"/>
              </a:defRPr>
            </a:lvl1pPr>
          </a:lstStyle>
          <a:p>
            <a:pPr lvl="0"/>
            <a:r>
              <a:rPr lang="he-IL" dirty="0"/>
              <a:t>90 דקות</a:t>
            </a:r>
          </a:p>
        </p:txBody>
      </p:sp>
      <p:sp>
        <p:nvSpPr>
          <p:cNvPr id="12" name="מציין מיקום טקסט 11">
            <a:extLst>
              <a:ext uri="{FF2B5EF4-FFF2-40B4-BE49-F238E27FC236}">
                <a16:creationId xmlns:a16="http://schemas.microsoft.com/office/drawing/2014/main" id="{165B6943-2E5D-4FF1-826F-CFA8BA29F667}"/>
              </a:ext>
            </a:extLst>
          </p:cNvPr>
          <p:cNvSpPr>
            <a:spLocks noGrp="1"/>
          </p:cNvSpPr>
          <p:nvPr>
            <p:ph type="body" sz="quarter" idx="15" hasCustomPrompt="1"/>
          </p:nvPr>
        </p:nvSpPr>
        <p:spPr>
          <a:xfrm>
            <a:off x="4425950" y="5281084"/>
            <a:ext cx="7084483" cy="1236304"/>
          </a:xfrm>
          <a:prstGeom prst="rect">
            <a:avLst/>
          </a:prstGeom>
        </p:spPr>
        <p:txBody>
          <a:bodyPr/>
          <a:lstStyle>
            <a:lvl1pPr algn="r" rtl="0">
              <a:lnSpc>
                <a:spcPct val="150000"/>
              </a:lnSpc>
              <a:defRPr/>
            </a:lvl1pPr>
          </a:lstStyle>
          <a:p>
            <a:pPr algn="r" rtl="0">
              <a:lnSpc>
                <a:spcPct val="150000"/>
              </a:lnSpc>
            </a:pPr>
            <a:r>
              <a:rPr lang="he-IL" sz="1867" dirty="0">
                <a:latin typeface="Assistant" panose="00000500000000000000" pitchFamily="2" charset="-79"/>
                <a:cs typeface="Assistant" panose="00000500000000000000" pitchFamily="2" charset="-79"/>
              </a:rPr>
              <a:t>יחידה זו הינה מכינת תקשורת</a:t>
            </a:r>
          </a:p>
          <a:p>
            <a:pPr algn="r" rtl="0">
              <a:lnSpc>
                <a:spcPct val="150000"/>
              </a:lnSpc>
            </a:pPr>
            <a:r>
              <a:rPr lang="he-IL" sz="1867" dirty="0">
                <a:latin typeface="Assistant" panose="00000500000000000000" pitchFamily="2" charset="-79"/>
                <a:cs typeface="Assistant" panose="00000500000000000000" pitchFamily="2" charset="-79"/>
              </a:rPr>
              <a:t>יש לעבור את יחידת "מבוא </a:t>
            </a:r>
            <a:r>
              <a:rPr lang="he-IL" sz="1867" dirty="0" err="1">
                <a:latin typeface="Assistant" panose="00000500000000000000" pitchFamily="2" charset="-79"/>
                <a:cs typeface="Assistant" panose="00000500000000000000" pitchFamily="2" charset="-79"/>
              </a:rPr>
              <a:t>לסיגינט</a:t>
            </a:r>
            <a:r>
              <a:rPr lang="he-IL" sz="1867" dirty="0">
                <a:latin typeface="Assistant" panose="00000500000000000000" pitchFamily="2" charset="-79"/>
                <a:cs typeface="Assistant" panose="00000500000000000000" pitchFamily="2" charset="-79"/>
              </a:rPr>
              <a:t>" לפני פרק זה</a:t>
            </a:r>
            <a:endParaRPr lang="en-US" sz="1867" dirty="0">
              <a:latin typeface="Assistant" panose="00000500000000000000" pitchFamily="2" charset="-79"/>
              <a:cs typeface="Assistant" panose="00000500000000000000" pitchFamily="2" charset="-79"/>
            </a:endParaRPr>
          </a:p>
        </p:txBody>
      </p:sp>
    </p:spTree>
    <p:extLst>
      <p:ext uri="{BB962C8B-B14F-4D97-AF65-F5344CB8AC3E}">
        <p14:creationId xmlns:p14="http://schemas.microsoft.com/office/powerpoint/2010/main" val="3200004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accent1"/>
        </a:solidFill>
        <a:effectLst/>
      </p:bgPr>
    </p:bg>
    <p:spTree>
      <p:nvGrpSpPr>
        <p:cNvPr id="1" name="Shape 134"/>
        <p:cNvGrpSpPr/>
        <p:nvPr/>
      </p:nvGrpSpPr>
      <p:grpSpPr>
        <a:xfrm>
          <a:off x="0" y="0"/>
          <a:ext cx="0" cy="0"/>
          <a:chOff x="0" y="0"/>
          <a:chExt cx="0" cy="0"/>
        </a:xfrm>
      </p:grpSpPr>
      <p:sp>
        <p:nvSpPr>
          <p:cNvPr id="135" name="Google Shape;135;p16"/>
          <p:cNvSpPr/>
          <p:nvPr/>
        </p:nvSpPr>
        <p:spPr>
          <a:xfrm>
            <a:off x="2798200" y="131200"/>
            <a:ext cx="6595600" cy="6595600"/>
          </a:xfrm>
          <a:prstGeom prst="ellips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6" name="Google Shape;136;p16"/>
          <p:cNvSpPr/>
          <p:nvPr/>
        </p:nvSpPr>
        <p:spPr>
          <a:xfrm>
            <a:off x="413203" y="5619737"/>
            <a:ext cx="2151600" cy="21516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7" name="Google Shape;137;p16"/>
          <p:cNvSpPr/>
          <p:nvPr/>
        </p:nvSpPr>
        <p:spPr>
          <a:xfrm>
            <a:off x="10828900" y="0"/>
            <a:ext cx="3454800" cy="34548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 name="Google Shape;138;p16"/>
          <p:cNvSpPr/>
          <p:nvPr/>
        </p:nvSpPr>
        <p:spPr>
          <a:xfrm>
            <a:off x="10674233" y="-361433"/>
            <a:ext cx="3454800" cy="34548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 name="Google Shape;139;p16"/>
          <p:cNvSpPr/>
          <p:nvPr/>
        </p:nvSpPr>
        <p:spPr>
          <a:xfrm rot="-8100000">
            <a:off x="3121167" y="-2767680"/>
            <a:ext cx="137461" cy="5826560"/>
          </a:xfrm>
          <a:prstGeom prst="round2SameRect">
            <a:avLst>
              <a:gd name="adj1" fmla="val 50000"/>
              <a:gd name="adj2" fmla="val 0"/>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40" name="Google Shape;140;p16"/>
          <p:cNvCxnSpPr/>
          <p:nvPr/>
        </p:nvCxnSpPr>
        <p:spPr>
          <a:xfrm rot="10800000" flipH="1">
            <a:off x="1760033" y="-654000"/>
            <a:ext cx="2698400" cy="2612800"/>
          </a:xfrm>
          <a:prstGeom prst="straightConnector1">
            <a:avLst/>
          </a:prstGeom>
          <a:noFill/>
          <a:ln w="19050" cap="flat" cmpd="sng">
            <a:solidFill>
              <a:schemeClr val="accent3"/>
            </a:solidFill>
            <a:prstDash val="solid"/>
            <a:round/>
            <a:headEnd type="none" w="med" len="med"/>
            <a:tailEnd type="none" w="med" len="med"/>
          </a:ln>
        </p:spPr>
      </p:cxnSp>
      <p:sp>
        <p:nvSpPr>
          <p:cNvPr id="141" name="Google Shape;141;p16"/>
          <p:cNvSpPr txBox="1">
            <a:spLocks noGrp="1"/>
          </p:cNvSpPr>
          <p:nvPr>
            <p:ph type="ctrTitle"/>
          </p:nvPr>
        </p:nvSpPr>
        <p:spPr>
          <a:xfrm>
            <a:off x="4167600" y="1594167"/>
            <a:ext cx="3856800" cy="61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3200" b="1" i="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he-IL"/>
              <a:t>לחץ כדי לערוך סגנון כותרת של תבנית בסיס</a:t>
            </a:r>
            <a:endParaRPr dirty="0"/>
          </a:p>
        </p:txBody>
      </p:sp>
      <p:sp>
        <p:nvSpPr>
          <p:cNvPr id="142" name="Google Shape;142;p16"/>
          <p:cNvSpPr txBox="1">
            <a:spLocks noGrp="1"/>
          </p:cNvSpPr>
          <p:nvPr>
            <p:ph type="subTitle" idx="1"/>
          </p:nvPr>
        </p:nvSpPr>
        <p:spPr>
          <a:xfrm>
            <a:off x="3523600" y="2552167"/>
            <a:ext cx="5144800" cy="169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400">
                <a:latin typeface="Assistant" panose="00000500000000000000" pitchFamily="2" charset="-79"/>
                <a:cs typeface="Assistant" panose="00000500000000000000" pitchFamily="2" charset="-79"/>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he-IL"/>
              <a:t>לחץ כדי לערוך סגנון כותרת משנה של תבנית בסיס</a:t>
            </a:r>
            <a:endParaRPr dirty="0"/>
          </a:p>
        </p:txBody>
      </p:sp>
    </p:spTree>
    <p:extLst>
      <p:ext uri="{BB962C8B-B14F-4D97-AF65-F5344CB8AC3E}">
        <p14:creationId xmlns:p14="http://schemas.microsoft.com/office/powerpoint/2010/main" val="3930772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reserve="1">
  <p:cSld name="1_Quote">
    <p:bg>
      <p:bgPr>
        <a:solidFill>
          <a:schemeClr val="accent1"/>
        </a:solidFill>
        <a:effectLst/>
      </p:bgPr>
    </p:bg>
    <p:spTree>
      <p:nvGrpSpPr>
        <p:cNvPr id="1" name="Shape 134"/>
        <p:cNvGrpSpPr/>
        <p:nvPr/>
      </p:nvGrpSpPr>
      <p:grpSpPr>
        <a:xfrm>
          <a:off x="0" y="0"/>
          <a:ext cx="0" cy="0"/>
          <a:chOff x="0" y="0"/>
          <a:chExt cx="0" cy="0"/>
        </a:xfrm>
      </p:grpSpPr>
      <p:sp>
        <p:nvSpPr>
          <p:cNvPr id="135" name="Google Shape;135;p16"/>
          <p:cNvSpPr/>
          <p:nvPr/>
        </p:nvSpPr>
        <p:spPr>
          <a:xfrm>
            <a:off x="264160" y="264160"/>
            <a:ext cx="11663680" cy="6329680"/>
          </a:xfrm>
          <a:prstGeom prst="round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6" name="Google Shape;136;p16"/>
          <p:cNvSpPr/>
          <p:nvPr/>
        </p:nvSpPr>
        <p:spPr>
          <a:xfrm>
            <a:off x="413203" y="5619737"/>
            <a:ext cx="2151600" cy="21516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7" name="Google Shape;137;p16"/>
          <p:cNvSpPr/>
          <p:nvPr/>
        </p:nvSpPr>
        <p:spPr>
          <a:xfrm>
            <a:off x="11574197" y="1287025"/>
            <a:ext cx="3454800" cy="34548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 name="Google Shape;138;p16"/>
          <p:cNvSpPr/>
          <p:nvPr/>
        </p:nvSpPr>
        <p:spPr>
          <a:xfrm>
            <a:off x="11415913" y="698276"/>
            <a:ext cx="3454800" cy="34548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 name="Google Shape;139;p16"/>
          <p:cNvSpPr/>
          <p:nvPr/>
        </p:nvSpPr>
        <p:spPr>
          <a:xfrm rot="-8100000">
            <a:off x="2576736" y="-3647211"/>
            <a:ext cx="137461" cy="5826560"/>
          </a:xfrm>
          <a:prstGeom prst="round2SameRect">
            <a:avLst>
              <a:gd name="adj1" fmla="val 50000"/>
              <a:gd name="adj2" fmla="val 0"/>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40" name="Google Shape;140;p16"/>
          <p:cNvCxnSpPr/>
          <p:nvPr/>
        </p:nvCxnSpPr>
        <p:spPr>
          <a:xfrm rot="10800000" flipH="1">
            <a:off x="1215603" y="-1533531"/>
            <a:ext cx="2698400" cy="2612800"/>
          </a:xfrm>
          <a:prstGeom prst="straightConnector1">
            <a:avLst/>
          </a:prstGeom>
          <a:noFill/>
          <a:ln w="19050" cap="flat" cmpd="sng">
            <a:solidFill>
              <a:schemeClr val="accent3"/>
            </a:solidFill>
            <a:prstDash val="solid"/>
            <a:round/>
            <a:headEnd type="none" w="med" len="med"/>
            <a:tailEnd type="none" w="med" len="med"/>
          </a:ln>
        </p:spPr>
      </p:cxnSp>
      <p:sp>
        <p:nvSpPr>
          <p:cNvPr id="141" name="Google Shape;141;p16"/>
          <p:cNvSpPr txBox="1">
            <a:spLocks noGrp="1"/>
          </p:cNvSpPr>
          <p:nvPr>
            <p:ph type="ctrTitle"/>
          </p:nvPr>
        </p:nvSpPr>
        <p:spPr>
          <a:xfrm>
            <a:off x="7185120" y="468471"/>
            <a:ext cx="3856800" cy="61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3200" b="1" i="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he-IL"/>
              <a:t>לחץ כדי לערוך סגנון כותרת של תבנית בסיס</a:t>
            </a:r>
            <a:endParaRPr dirty="0"/>
          </a:p>
        </p:txBody>
      </p:sp>
      <p:sp>
        <p:nvSpPr>
          <p:cNvPr id="142" name="Google Shape;142;p16"/>
          <p:cNvSpPr txBox="1">
            <a:spLocks noGrp="1"/>
          </p:cNvSpPr>
          <p:nvPr>
            <p:ph type="subTitle" idx="1"/>
          </p:nvPr>
        </p:nvSpPr>
        <p:spPr>
          <a:xfrm>
            <a:off x="1215603" y="1299155"/>
            <a:ext cx="9829837" cy="4695245"/>
          </a:xfrm>
          <a:prstGeom prst="rect">
            <a:avLst/>
          </a:prstGeom>
        </p:spPr>
        <p:txBody>
          <a:bodyPr spcFirstLastPara="1" wrap="square" lIns="91425" tIns="91425" rIns="91425" bIns="91425" anchor="t" anchorCtr="0">
            <a:noAutofit/>
          </a:bodyPr>
          <a:lstStyle>
            <a:lvl1pPr lvl="0" algn="r" rtl="0">
              <a:lnSpc>
                <a:spcPct val="150000"/>
              </a:lnSpc>
              <a:spcBef>
                <a:spcPts val="0"/>
              </a:spcBef>
              <a:spcAft>
                <a:spcPts val="0"/>
              </a:spcAft>
              <a:buSzPts val="1800"/>
              <a:buNone/>
              <a:defRPr sz="2400">
                <a:latin typeface="Assistant" panose="00000500000000000000" pitchFamily="2" charset="-79"/>
                <a:cs typeface="Assistant" panose="00000500000000000000" pitchFamily="2" charset="-79"/>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he-IL"/>
              <a:t>לחץ כדי לערוך סגנון כותרת משנה של תבנית בסיס</a:t>
            </a:r>
            <a:endParaRPr dirty="0"/>
          </a:p>
        </p:txBody>
      </p:sp>
    </p:spTree>
    <p:extLst>
      <p:ext uri="{BB962C8B-B14F-4D97-AF65-F5344CB8AC3E}">
        <p14:creationId xmlns:p14="http://schemas.microsoft.com/office/powerpoint/2010/main" val="2000166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reserve="1">
  <p:cSld name="1_Quote">
    <p:bg>
      <p:bgPr>
        <a:solidFill>
          <a:schemeClr val="accent2"/>
        </a:solidFill>
        <a:effectLst/>
      </p:bgPr>
    </p:bg>
    <p:spTree>
      <p:nvGrpSpPr>
        <p:cNvPr id="1" name="Shape 134"/>
        <p:cNvGrpSpPr/>
        <p:nvPr/>
      </p:nvGrpSpPr>
      <p:grpSpPr>
        <a:xfrm>
          <a:off x="0" y="0"/>
          <a:ext cx="0" cy="0"/>
          <a:chOff x="0" y="0"/>
          <a:chExt cx="0" cy="0"/>
        </a:xfrm>
      </p:grpSpPr>
      <p:sp>
        <p:nvSpPr>
          <p:cNvPr id="10" name="Google Shape;136;p16"/>
          <p:cNvSpPr/>
          <p:nvPr/>
        </p:nvSpPr>
        <p:spPr>
          <a:xfrm>
            <a:off x="11431716" y="3841737"/>
            <a:ext cx="2151600" cy="2151600"/>
          </a:xfrm>
          <a:prstGeom prst="ellipse">
            <a:avLst/>
          </a:prstGeom>
          <a:noFill/>
          <a:ln w="19050" cap="flat" cmpd="sng">
            <a:solidFill>
              <a:schemeClr val="accent6">
                <a:lumMod val="20000"/>
                <a:lumOff val="80000"/>
              </a:schemeClr>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6" name="Google Shape;136;p16"/>
          <p:cNvSpPr/>
          <p:nvPr/>
        </p:nvSpPr>
        <p:spPr>
          <a:xfrm>
            <a:off x="-409757" y="5091417"/>
            <a:ext cx="2151600" cy="2151600"/>
          </a:xfrm>
          <a:prstGeom prst="ellipse">
            <a:avLst/>
          </a:prstGeom>
          <a:noFill/>
          <a:ln w="19050"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 name="Google Shape;138;p16"/>
          <p:cNvSpPr/>
          <p:nvPr/>
        </p:nvSpPr>
        <p:spPr>
          <a:xfrm>
            <a:off x="11324473" y="4042217"/>
            <a:ext cx="3454800" cy="34548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 name="Google Shape;139;p16"/>
          <p:cNvSpPr/>
          <p:nvPr/>
        </p:nvSpPr>
        <p:spPr>
          <a:xfrm rot="-8100000">
            <a:off x="2576736" y="-3647211"/>
            <a:ext cx="137461" cy="5826560"/>
          </a:xfrm>
          <a:prstGeom prst="round2SameRect">
            <a:avLst>
              <a:gd name="adj1" fmla="val 50000"/>
              <a:gd name="adj2" fmla="val 0"/>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40" name="Google Shape;140;p16"/>
          <p:cNvCxnSpPr/>
          <p:nvPr/>
        </p:nvCxnSpPr>
        <p:spPr>
          <a:xfrm rot="10800000" flipH="1">
            <a:off x="1215603" y="-1533531"/>
            <a:ext cx="2698400" cy="2612800"/>
          </a:xfrm>
          <a:prstGeom prst="straightConnector1">
            <a:avLst/>
          </a:prstGeom>
          <a:noFill/>
          <a:ln w="19050" cap="flat" cmpd="sng">
            <a:solidFill>
              <a:schemeClr val="accent3"/>
            </a:solidFill>
            <a:prstDash val="solid"/>
            <a:round/>
            <a:headEnd type="none" w="med" len="med"/>
            <a:tailEnd type="none" w="med" len="med"/>
          </a:ln>
        </p:spPr>
      </p:cxnSp>
      <p:sp>
        <p:nvSpPr>
          <p:cNvPr id="135" name="Google Shape;135;p16"/>
          <p:cNvSpPr/>
          <p:nvPr/>
        </p:nvSpPr>
        <p:spPr>
          <a:xfrm>
            <a:off x="558800" y="468471"/>
            <a:ext cx="11074400" cy="5921059"/>
          </a:xfrm>
          <a:prstGeom prst="roundRect">
            <a:avLst>
              <a:gd name="adj" fmla="val 0"/>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70972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ext 1">
  <p:cSld name="Title + text 1">
    <p:spTree>
      <p:nvGrpSpPr>
        <p:cNvPr id="1" name="Shape 149"/>
        <p:cNvGrpSpPr/>
        <p:nvPr/>
      </p:nvGrpSpPr>
      <p:grpSpPr>
        <a:xfrm>
          <a:off x="0" y="0"/>
          <a:ext cx="0" cy="0"/>
          <a:chOff x="0" y="0"/>
          <a:chExt cx="0" cy="0"/>
        </a:xfrm>
      </p:grpSpPr>
      <p:sp>
        <p:nvSpPr>
          <p:cNvPr id="150" name="Google Shape;150;p18"/>
          <p:cNvSpPr txBox="1">
            <a:spLocks noGrp="1"/>
          </p:cNvSpPr>
          <p:nvPr>
            <p:ph type="title"/>
          </p:nvPr>
        </p:nvSpPr>
        <p:spPr>
          <a:xfrm>
            <a:off x="6593840" y="469651"/>
            <a:ext cx="4864787" cy="708000"/>
          </a:xfrm>
          <a:prstGeom prst="rect">
            <a:avLst/>
          </a:prstGeom>
        </p:spPr>
        <p:txBody>
          <a:bodyPr spcFirstLastPara="1" wrap="square" lIns="91425" tIns="91425" rIns="91425" bIns="91425" anchor="b" anchorCtr="0">
            <a:noAutofit/>
          </a:bodyPr>
          <a:lstStyle>
            <a:lvl1pPr lvl="0" algn="r" rtl="1">
              <a:spcBef>
                <a:spcPts val="0"/>
              </a:spcBef>
              <a:spcAft>
                <a:spcPts val="0"/>
              </a:spcAft>
              <a:buSzPts val="2600"/>
              <a:buNone/>
              <a:defRPr sz="3467" b="1"/>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he-IL"/>
              <a:t>לחץ כדי לערוך סגנון כותרת של תבנית בסיס</a:t>
            </a:r>
            <a:endParaRPr dirty="0"/>
          </a:p>
        </p:txBody>
      </p:sp>
      <p:sp>
        <p:nvSpPr>
          <p:cNvPr id="151" name="Google Shape;151;p18"/>
          <p:cNvSpPr txBox="1">
            <a:spLocks noGrp="1"/>
          </p:cNvSpPr>
          <p:nvPr>
            <p:ph type="body" idx="1"/>
          </p:nvPr>
        </p:nvSpPr>
        <p:spPr>
          <a:xfrm>
            <a:off x="7488227" y="1260793"/>
            <a:ext cx="3970400" cy="2885200"/>
          </a:xfrm>
          <a:prstGeom prst="rect">
            <a:avLst/>
          </a:prstGeom>
        </p:spPr>
        <p:txBody>
          <a:bodyPr spcFirstLastPara="1" wrap="square" lIns="91425" tIns="91425" rIns="91425" bIns="91425" anchor="t" anchorCtr="0">
            <a:noAutofit/>
          </a:bodyPr>
          <a:lstStyle>
            <a:lvl1pPr marL="169329" lvl="0" indent="0" algn="r" rtl="1">
              <a:spcBef>
                <a:spcPts val="0"/>
              </a:spcBef>
              <a:spcAft>
                <a:spcPts val="0"/>
              </a:spcAft>
              <a:buSzPts val="1600"/>
              <a:buNone/>
              <a:defRPr sz="2400"/>
            </a:lvl1pPr>
            <a:lvl2pPr marL="1219170" lvl="1" indent="-440256" rtl="0">
              <a:spcBef>
                <a:spcPts val="2133"/>
              </a:spcBef>
              <a:spcAft>
                <a:spcPts val="0"/>
              </a:spcAft>
              <a:buSzPts val="1600"/>
              <a:buChar char="○"/>
              <a:defRPr sz="2133"/>
            </a:lvl2pPr>
            <a:lvl3pPr marL="1828754" lvl="2" indent="-440256" rtl="0">
              <a:spcBef>
                <a:spcPts val="2133"/>
              </a:spcBef>
              <a:spcAft>
                <a:spcPts val="0"/>
              </a:spcAft>
              <a:buSzPts val="1600"/>
              <a:buChar char="■"/>
              <a:defRPr sz="2133"/>
            </a:lvl3pPr>
            <a:lvl4pPr marL="2438339" lvl="3" indent="-440256" rtl="0">
              <a:spcBef>
                <a:spcPts val="2133"/>
              </a:spcBef>
              <a:spcAft>
                <a:spcPts val="0"/>
              </a:spcAft>
              <a:buSzPts val="1600"/>
              <a:buChar char="●"/>
              <a:defRPr sz="2133"/>
            </a:lvl4pPr>
            <a:lvl5pPr marL="3047924" lvl="4" indent="-440256" rtl="0">
              <a:spcBef>
                <a:spcPts val="2133"/>
              </a:spcBef>
              <a:spcAft>
                <a:spcPts val="0"/>
              </a:spcAft>
              <a:buSzPts val="1600"/>
              <a:buChar char="○"/>
              <a:defRPr sz="2133"/>
            </a:lvl5pPr>
            <a:lvl6pPr marL="3657509" lvl="5" indent="-440256" rtl="0">
              <a:spcBef>
                <a:spcPts val="2133"/>
              </a:spcBef>
              <a:spcAft>
                <a:spcPts val="0"/>
              </a:spcAft>
              <a:buSzPts val="1600"/>
              <a:buChar char="■"/>
              <a:defRPr sz="2133"/>
            </a:lvl6pPr>
            <a:lvl7pPr marL="4267093" lvl="6" indent="-440256" rtl="0">
              <a:spcBef>
                <a:spcPts val="2133"/>
              </a:spcBef>
              <a:spcAft>
                <a:spcPts val="0"/>
              </a:spcAft>
              <a:buSzPts val="1600"/>
              <a:buChar char="●"/>
              <a:defRPr sz="2133"/>
            </a:lvl7pPr>
            <a:lvl8pPr marL="4876678" lvl="7" indent="-440256" rtl="0">
              <a:spcBef>
                <a:spcPts val="2133"/>
              </a:spcBef>
              <a:spcAft>
                <a:spcPts val="0"/>
              </a:spcAft>
              <a:buSzPts val="1600"/>
              <a:buChar char="○"/>
              <a:defRPr sz="2133"/>
            </a:lvl8pPr>
            <a:lvl9pPr marL="5486263" lvl="8" indent="-440256" rtl="0">
              <a:spcBef>
                <a:spcPts val="2133"/>
              </a:spcBef>
              <a:spcAft>
                <a:spcPts val="2133"/>
              </a:spcAft>
              <a:buSzPts val="1600"/>
              <a:buChar char="■"/>
              <a:defRPr sz="2133"/>
            </a:lvl9pPr>
          </a:lstStyle>
          <a:p>
            <a:pPr lvl="0"/>
            <a:r>
              <a:rPr lang="he-IL"/>
              <a:t>ערוך סגנונות טקסט של תבנית בסיס</a:t>
            </a:r>
          </a:p>
        </p:txBody>
      </p:sp>
      <p:sp>
        <p:nvSpPr>
          <p:cNvPr id="152" name="Google Shape;152;p18"/>
          <p:cNvSpPr/>
          <p:nvPr/>
        </p:nvSpPr>
        <p:spPr>
          <a:xfrm rot="-8071706">
            <a:off x="3991949" y="-1381486"/>
            <a:ext cx="137467" cy="2618356"/>
          </a:xfrm>
          <a:prstGeom prst="round2SameRect">
            <a:avLst>
              <a:gd name="adj1" fmla="val 50000"/>
              <a:gd name="adj2" fmla="val 0"/>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53" name="Google Shape;153;p18"/>
          <p:cNvCxnSpPr/>
          <p:nvPr/>
        </p:nvCxnSpPr>
        <p:spPr>
          <a:xfrm rot="27008" flipH="1">
            <a:off x="2205192" y="-1255410"/>
            <a:ext cx="2698483" cy="2612883"/>
          </a:xfrm>
          <a:prstGeom prst="straightConnector1">
            <a:avLst/>
          </a:prstGeom>
          <a:noFill/>
          <a:ln w="19050" cap="flat" cmpd="sng">
            <a:solidFill>
              <a:schemeClr val="accent3"/>
            </a:solidFill>
            <a:prstDash val="solid"/>
            <a:round/>
            <a:headEnd type="none" w="med" len="med"/>
            <a:tailEnd type="none" w="med" len="med"/>
          </a:ln>
        </p:spPr>
      </p:cxnSp>
      <p:sp>
        <p:nvSpPr>
          <p:cNvPr id="154" name="Google Shape;154;p18"/>
          <p:cNvSpPr/>
          <p:nvPr/>
        </p:nvSpPr>
        <p:spPr>
          <a:xfrm rot="10800000">
            <a:off x="-960000" y="1368033"/>
            <a:ext cx="1528400" cy="15284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5" name="Google Shape;155;p18"/>
          <p:cNvSpPr/>
          <p:nvPr/>
        </p:nvSpPr>
        <p:spPr>
          <a:xfrm>
            <a:off x="343377" y="5743333"/>
            <a:ext cx="2864000" cy="2864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6" name="Google Shape;156;p18"/>
          <p:cNvSpPr/>
          <p:nvPr/>
        </p:nvSpPr>
        <p:spPr>
          <a:xfrm>
            <a:off x="215167" y="5443723"/>
            <a:ext cx="2864000" cy="28640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081812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text 1" preserve="1">
  <p:cSld name="1_Title + text 1">
    <p:spTree>
      <p:nvGrpSpPr>
        <p:cNvPr id="1" name="Shape 149"/>
        <p:cNvGrpSpPr/>
        <p:nvPr/>
      </p:nvGrpSpPr>
      <p:grpSpPr>
        <a:xfrm>
          <a:off x="0" y="0"/>
          <a:ext cx="0" cy="0"/>
          <a:chOff x="0" y="0"/>
          <a:chExt cx="0" cy="0"/>
        </a:xfrm>
      </p:grpSpPr>
      <p:sp>
        <p:nvSpPr>
          <p:cNvPr id="152" name="Google Shape;152;p18"/>
          <p:cNvSpPr/>
          <p:nvPr/>
        </p:nvSpPr>
        <p:spPr>
          <a:xfrm rot="-8071706">
            <a:off x="3991949" y="-1381486"/>
            <a:ext cx="137467" cy="2618356"/>
          </a:xfrm>
          <a:prstGeom prst="round2SameRect">
            <a:avLst>
              <a:gd name="adj1" fmla="val 50000"/>
              <a:gd name="adj2" fmla="val 0"/>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53" name="Google Shape;153;p18"/>
          <p:cNvCxnSpPr/>
          <p:nvPr/>
        </p:nvCxnSpPr>
        <p:spPr>
          <a:xfrm rot="27008" flipH="1">
            <a:off x="2205192" y="-1255410"/>
            <a:ext cx="2698483" cy="2612883"/>
          </a:xfrm>
          <a:prstGeom prst="straightConnector1">
            <a:avLst/>
          </a:prstGeom>
          <a:noFill/>
          <a:ln w="19050" cap="flat" cmpd="sng">
            <a:solidFill>
              <a:schemeClr val="accent3"/>
            </a:solidFill>
            <a:prstDash val="solid"/>
            <a:round/>
            <a:headEnd type="none" w="med" len="med"/>
            <a:tailEnd type="none" w="med" len="med"/>
          </a:ln>
        </p:spPr>
      </p:cxnSp>
      <p:sp>
        <p:nvSpPr>
          <p:cNvPr id="154" name="Google Shape;154;p18"/>
          <p:cNvSpPr/>
          <p:nvPr/>
        </p:nvSpPr>
        <p:spPr>
          <a:xfrm rot="10800000">
            <a:off x="-960000" y="1368033"/>
            <a:ext cx="1528400" cy="15284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5" name="Google Shape;155;p18"/>
          <p:cNvSpPr/>
          <p:nvPr/>
        </p:nvSpPr>
        <p:spPr>
          <a:xfrm>
            <a:off x="343377" y="5743333"/>
            <a:ext cx="2864000" cy="2864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6" name="Google Shape;156;p18"/>
          <p:cNvSpPr/>
          <p:nvPr/>
        </p:nvSpPr>
        <p:spPr>
          <a:xfrm>
            <a:off x="215167" y="5443723"/>
            <a:ext cx="2864000" cy="28640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 name="Google Shape;1959;p38">
            <a:extLst>
              <a:ext uri="{FF2B5EF4-FFF2-40B4-BE49-F238E27FC236}">
                <a16:creationId xmlns:a16="http://schemas.microsoft.com/office/drawing/2014/main" id="{4A2736E4-40CE-46BC-A4F7-AF677E71CCAA}"/>
              </a:ext>
            </a:extLst>
          </p:cNvPr>
          <p:cNvSpPr/>
          <p:nvPr/>
        </p:nvSpPr>
        <p:spPr>
          <a:xfrm rot="10800000">
            <a:off x="7146733" y="-503600"/>
            <a:ext cx="3992400" cy="78652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 name="Google Shape;1962;p38">
            <a:extLst>
              <a:ext uri="{FF2B5EF4-FFF2-40B4-BE49-F238E27FC236}">
                <a16:creationId xmlns:a16="http://schemas.microsoft.com/office/drawing/2014/main" id="{D229EE59-E250-40E3-AA28-2925E9B36F68}"/>
              </a:ext>
            </a:extLst>
          </p:cNvPr>
          <p:cNvGrpSpPr/>
          <p:nvPr/>
        </p:nvGrpSpPr>
        <p:grpSpPr>
          <a:xfrm>
            <a:off x="7421300" y="-671567"/>
            <a:ext cx="4828800" cy="8206000"/>
            <a:chOff x="5565975" y="-503675"/>
            <a:chExt cx="3621600" cy="6154500"/>
          </a:xfrm>
          <a:solidFill>
            <a:schemeClr val="accent4"/>
          </a:solidFill>
        </p:grpSpPr>
        <p:pic>
          <p:nvPicPr>
            <p:cNvPr id="11" name="Google Shape;1963;p38">
              <a:extLst>
                <a:ext uri="{FF2B5EF4-FFF2-40B4-BE49-F238E27FC236}">
                  <a16:creationId xmlns:a16="http://schemas.microsoft.com/office/drawing/2014/main" id="{5DB7DCBA-FE3A-479D-821B-21D2DDF19932}"/>
                </a:ext>
              </a:extLst>
            </p:cNvPr>
            <p:cNvPicPr preferRelativeResize="0"/>
            <p:nvPr/>
          </p:nvPicPr>
          <p:blipFill rotWithShape="1">
            <a:blip r:embed="rId2">
              <a:alphaModFix/>
            </a:blip>
            <a:srcRect l="32208" t="-9508" r="21428" b="-9496"/>
            <a:stretch/>
          </p:blipFill>
          <p:spPr>
            <a:xfrm rot="10800000">
              <a:off x="5566800" y="-488850"/>
              <a:ext cx="3577200" cy="6121200"/>
            </a:xfrm>
            <a:prstGeom prst="flowChartDelay">
              <a:avLst/>
            </a:prstGeom>
            <a:grpFill/>
            <a:ln>
              <a:noFill/>
            </a:ln>
          </p:spPr>
        </p:pic>
        <p:sp>
          <p:nvSpPr>
            <p:cNvPr id="12" name="Google Shape;1964;p38">
              <a:extLst>
                <a:ext uri="{FF2B5EF4-FFF2-40B4-BE49-F238E27FC236}">
                  <a16:creationId xmlns:a16="http://schemas.microsoft.com/office/drawing/2014/main" id="{41AB2247-F62A-46BB-B879-0B919EB47EA6}"/>
                </a:ext>
              </a:extLst>
            </p:cNvPr>
            <p:cNvSpPr/>
            <p:nvPr/>
          </p:nvSpPr>
          <p:spPr>
            <a:xfrm rot="10800000">
              <a:off x="5565975" y="-503675"/>
              <a:ext cx="3621600" cy="6154500"/>
            </a:xfrm>
            <a:prstGeom prst="flowChartDelay">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63;p25">
            <a:extLst>
              <a:ext uri="{FF2B5EF4-FFF2-40B4-BE49-F238E27FC236}">
                <a16:creationId xmlns:a16="http://schemas.microsoft.com/office/drawing/2014/main" id="{AFEB6B31-E1B2-4860-B7B7-D9E484D14AE8}"/>
              </a:ext>
            </a:extLst>
          </p:cNvPr>
          <p:cNvSpPr txBox="1">
            <a:spLocks/>
          </p:cNvSpPr>
          <p:nvPr/>
        </p:nvSpPr>
        <p:spPr>
          <a:xfrm>
            <a:off x="8394464" y="2157157"/>
            <a:ext cx="2882473" cy="2352495"/>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rtl="0"/>
            <a:r>
              <a:rPr lang="he-IL" sz="8000" b="1" dirty="0">
                <a:solidFill>
                  <a:schemeClr val="bg1"/>
                </a:solidFill>
                <a:latin typeface="Assistant" panose="00000500000000000000" pitchFamily="2" charset="-79"/>
                <a:cs typeface="Assistant" panose="00000500000000000000" pitchFamily="2" charset="-79"/>
              </a:rPr>
              <a:t>מפת שיעור</a:t>
            </a:r>
            <a:endParaRPr lang="en-US" sz="8000" b="1" dirty="0">
              <a:solidFill>
                <a:schemeClr val="bg1"/>
              </a:solidFill>
              <a:latin typeface="Assistant" panose="00000500000000000000" pitchFamily="2" charset="-79"/>
              <a:cs typeface="Assistant" panose="00000500000000000000" pitchFamily="2" charset="-79"/>
            </a:endParaRPr>
          </a:p>
        </p:txBody>
      </p:sp>
      <p:sp>
        <p:nvSpPr>
          <p:cNvPr id="14" name="מציין מיקום טקסט 2">
            <a:extLst>
              <a:ext uri="{FF2B5EF4-FFF2-40B4-BE49-F238E27FC236}">
                <a16:creationId xmlns:a16="http://schemas.microsoft.com/office/drawing/2014/main" id="{AD3FEFC4-E2CA-4DA2-9D97-AA39A76A8121}"/>
              </a:ext>
            </a:extLst>
          </p:cNvPr>
          <p:cNvSpPr>
            <a:spLocks noGrp="1"/>
          </p:cNvSpPr>
          <p:nvPr>
            <p:ph type="body" idx="1" hasCustomPrompt="1"/>
          </p:nvPr>
        </p:nvSpPr>
        <p:spPr>
          <a:xfrm>
            <a:off x="-183032" y="1286940"/>
            <a:ext cx="6843733" cy="3881960"/>
          </a:xfrm>
          <a:prstGeom prst="rect">
            <a:avLst/>
          </a:prstGeom>
        </p:spPr>
        <p:txBody>
          <a:bodyPr/>
          <a:lstStyle>
            <a:lvl1pPr marL="934126" indent="-685783" algn="r" rtl="1">
              <a:lnSpc>
                <a:spcPct val="250000"/>
              </a:lnSpc>
              <a:buClr>
                <a:schemeClr val="accent4">
                  <a:lumMod val="75000"/>
                </a:schemeClr>
              </a:buClr>
              <a:buSzPct val="150000"/>
              <a:buFont typeface="+mj-lt"/>
              <a:buAutoNum type="arabicPeriod"/>
              <a:defRPr/>
            </a:lvl1pPr>
          </a:lstStyle>
          <a:p>
            <a:pPr marL="700612" indent="-514350" algn="r" rtl="1">
              <a:lnSpc>
                <a:spcPct val="250000"/>
              </a:lnSpc>
              <a:buClr>
                <a:schemeClr val="accent4">
                  <a:lumMod val="75000"/>
                </a:schemeClr>
              </a:buClr>
              <a:buSzPct val="150000"/>
              <a:buFont typeface="+mj-lt"/>
              <a:buAutoNum type="arabicPeriod"/>
            </a:pPr>
            <a:r>
              <a:rPr lang="he-IL" sz="2400" b="1" dirty="0">
                <a:latin typeface="Assistant" panose="00000500000000000000" pitchFamily="2" charset="-79"/>
                <a:cs typeface="Assistant" panose="00000500000000000000" pitchFamily="2" charset="-79"/>
              </a:rPr>
              <a:t>סידור דוגמא</a:t>
            </a:r>
          </a:p>
          <a:p>
            <a:pPr marL="700612" indent="-514350" algn="r" rtl="1">
              <a:lnSpc>
                <a:spcPct val="250000"/>
              </a:lnSpc>
              <a:buClr>
                <a:schemeClr val="accent4">
                  <a:lumMod val="75000"/>
                </a:schemeClr>
              </a:buClr>
              <a:buSzPct val="150000"/>
              <a:buFont typeface="+mj-lt"/>
              <a:buAutoNum type="arabicPeriod"/>
            </a:pPr>
            <a:r>
              <a:rPr lang="he-IL" sz="2400" b="1" dirty="0">
                <a:latin typeface="Assistant" panose="00000500000000000000" pitchFamily="2" charset="-79"/>
                <a:cs typeface="Assistant" panose="00000500000000000000" pitchFamily="2" charset="-79"/>
              </a:rPr>
              <a:t>חשיבות בלימוד תקשורת</a:t>
            </a:r>
          </a:p>
          <a:p>
            <a:pPr marL="700612" indent="-514350" algn="r" rtl="1">
              <a:lnSpc>
                <a:spcPct val="250000"/>
              </a:lnSpc>
              <a:buClr>
                <a:schemeClr val="accent4">
                  <a:lumMod val="75000"/>
                </a:schemeClr>
              </a:buClr>
              <a:buSzPct val="150000"/>
              <a:buFont typeface="+mj-lt"/>
              <a:buAutoNum type="arabicPeriod"/>
            </a:pPr>
            <a:r>
              <a:rPr lang="he-IL" sz="2400" b="1" dirty="0">
                <a:latin typeface="Assistant" panose="00000500000000000000" pitchFamily="2" charset="-79"/>
                <a:cs typeface="Assistant" panose="00000500000000000000" pitchFamily="2" charset="-79"/>
              </a:rPr>
              <a:t>מרכזיות </a:t>
            </a:r>
            <a:r>
              <a:rPr lang="he-IL" sz="2400" b="1" dirty="0" err="1">
                <a:latin typeface="Assistant" panose="00000500000000000000" pitchFamily="2" charset="-79"/>
                <a:cs typeface="Assistant" panose="00000500000000000000" pitchFamily="2" charset="-79"/>
              </a:rPr>
              <a:t>הסיגינט</a:t>
            </a:r>
            <a:endParaRPr lang="he-IL" sz="2400" b="1" dirty="0">
              <a:latin typeface="Assistant" panose="00000500000000000000" pitchFamily="2" charset="-79"/>
              <a:cs typeface="Assistant" panose="00000500000000000000" pitchFamily="2" charset="-79"/>
            </a:endParaRPr>
          </a:p>
          <a:p>
            <a:pPr marL="700612" indent="-514350" algn="r" rtl="1">
              <a:lnSpc>
                <a:spcPct val="250000"/>
              </a:lnSpc>
              <a:buClr>
                <a:schemeClr val="accent4">
                  <a:lumMod val="75000"/>
                </a:schemeClr>
              </a:buClr>
              <a:buSzPct val="150000"/>
              <a:buFont typeface="+mj-lt"/>
              <a:buAutoNum type="arabicPeriod"/>
            </a:pPr>
            <a:r>
              <a:rPr lang="he-IL" sz="2400" b="1" dirty="0">
                <a:latin typeface="Assistant" panose="00000500000000000000" pitchFamily="2" charset="-79"/>
                <a:cs typeface="Assistant" panose="00000500000000000000" pitchFamily="2" charset="-79"/>
              </a:rPr>
              <a:t>הבנת המקורות כתנאי סף</a:t>
            </a:r>
          </a:p>
        </p:txBody>
      </p:sp>
    </p:spTree>
    <p:extLst>
      <p:ext uri="{BB962C8B-B14F-4D97-AF65-F5344CB8AC3E}">
        <p14:creationId xmlns:p14="http://schemas.microsoft.com/office/powerpoint/2010/main" val="123259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562"/>
        <p:cNvGrpSpPr/>
        <p:nvPr/>
      </p:nvGrpSpPr>
      <p:grpSpPr>
        <a:xfrm>
          <a:off x="0" y="0"/>
          <a:ext cx="0" cy="0"/>
          <a:chOff x="0" y="0"/>
          <a:chExt cx="0" cy="0"/>
        </a:xfrm>
      </p:grpSpPr>
      <p:sp>
        <p:nvSpPr>
          <p:cNvPr id="3" name="Google Shape;48;p6"/>
          <p:cNvSpPr/>
          <p:nvPr/>
        </p:nvSpPr>
        <p:spPr>
          <a:xfrm>
            <a:off x="913400" y="-1458000"/>
            <a:ext cx="2916000" cy="2916000"/>
          </a:xfrm>
          <a:prstGeom prst="ellipse">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 name="Google Shape;49;p6"/>
          <p:cNvSpPr/>
          <p:nvPr/>
        </p:nvSpPr>
        <p:spPr>
          <a:xfrm rot="2700000">
            <a:off x="10996235" y="5145488"/>
            <a:ext cx="137461" cy="2618557"/>
          </a:xfrm>
          <a:prstGeom prst="round2SameRect">
            <a:avLst>
              <a:gd name="adj1" fmla="val 50000"/>
              <a:gd name="adj2" fmla="val 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5" name="Google Shape;50;p6"/>
          <p:cNvCxnSpPr/>
          <p:nvPr/>
        </p:nvCxnSpPr>
        <p:spPr>
          <a:xfrm rot="10800000" flipH="1">
            <a:off x="10220900" y="5021033"/>
            <a:ext cx="2698400" cy="2612800"/>
          </a:xfrm>
          <a:prstGeom prst="straightConnector1">
            <a:avLst/>
          </a:prstGeom>
          <a:noFill/>
          <a:ln w="19050" cap="flat" cmpd="sng">
            <a:solidFill>
              <a:schemeClr val="accent4"/>
            </a:solidFill>
            <a:prstDash val="solid"/>
            <a:round/>
            <a:headEnd type="none" w="med" len="med"/>
            <a:tailEnd type="none" w="med" len="med"/>
          </a:ln>
        </p:spPr>
      </p:cxnSp>
      <p:sp>
        <p:nvSpPr>
          <p:cNvPr id="6" name="Google Shape;51;p6"/>
          <p:cNvSpPr/>
          <p:nvPr/>
        </p:nvSpPr>
        <p:spPr>
          <a:xfrm>
            <a:off x="646767" y="-1458000"/>
            <a:ext cx="2916000" cy="2916000"/>
          </a:xfrm>
          <a:prstGeom prst="ellipse">
            <a:avLst/>
          </a:prstGeom>
          <a:noFill/>
          <a:ln w="19050"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 name="Google Shape;141;p16"/>
          <p:cNvSpPr txBox="1">
            <a:spLocks noGrp="1"/>
          </p:cNvSpPr>
          <p:nvPr>
            <p:ph type="ctrTitle"/>
          </p:nvPr>
        </p:nvSpPr>
        <p:spPr>
          <a:xfrm>
            <a:off x="7185120" y="468471"/>
            <a:ext cx="3856800" cy="61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3200" b="1" i="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he-IL"/>
              <a:t>לחץ כדי לערוך סגנון כותרת של תבנית בסיס</a:t>
            </a:r>
            <a:endParaRPr dirty="0"/>
          </a:p>
        </p:txBody>
      </p:sp>
    </p:spTree>
    <p:extLst>
      <p:ext uri="{BB962C8B-B14F-4D97-AF65-F5344CB8AC3E}">
        <p14:creationId xmlns:p14="http://schemas.microsoft.com/office/powerpoint/2010/main" val="1270562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slide" preserve="1">
  <p:cSld name="1_Blank slide">
    <p:spTree>
      <p:nvGrpSpPr>
        <p:cNvPr id="1" name="Shape 562"/>
        <p:cNvGrpSpPr/>
        <p:nvPr/>
      </p:nvGrpSpPr>
      <p:grpSpPr>
        <a:xfrm>
          <a:off x="0" y="0"/>
          <a:ext cx="0" cy="0"/>
          <a:chOff x="0" y="0"/>
          <a:chExt cx="0" cy="0"/>
        </a:xfrm>
      </p:grpSpPr>
      <p:grpSp>
        <p:nvGrpSpPr>
          <p:cNvPr id="7" name="Google Shape;96;p14"/>
          <p:cNvGrpSpPr/>
          <p:nvPr/>
        </p:nvGrpSpPr>
        <p:grpSpPr>
          <a:xfrm>
            <a:off x="5832113" y="-96433"/>
            <a:ext cx="6720655" cy="7132400"/>
            <a:chOff x="4297884" y="-72325"/>
            <a:chExt cx="5040491" cy="5349300"/>
          </a:xfrm>
        </p:grpSpPr>
        <p:sp>
          <p:nvSpPr>
            <p:cNvPr id="9" name="Google Shape;97;p14"/>
            <p:cNvSpPr/>
            <p:nvPr/>
          </p:nvSpPr>
          <p:spPr>
            <a:xfrm rot="5400000">
              <a:off x="2759613" y="1477371"/>
              <a:ext cx="5292108" cy="2215566"/>
            </a:xfrm>
            <a:prstGeom prst="flowChartDocumen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 name="Google Shape;98;p14"/>
            <p:cNvSpPr/>
            <p:nvPr/>
          </p:nvSpPr>
          <p:spPr>
            <a:xfrm>
              <a:off x="6309575" y="-72325"/>
              <a:ext cx="3028800" cy="534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 name="Google Shape;99;p14"/>
          <p:cNvSpPr/>
          <p:nvPr/>
        </p:nvSpPr>
        <p:spPr>
          <a:xfrm rot="-8639829">
            <a:off x="1836957" y="-1426296"/>
            <a:ext cx="137456" cy="2618483"/>
          </a:xfrm>
          <a:prstGeom prst="round2SameRect">
            <a:avLst>
              <a:gd name="adj1" fmla="val 50000"/>
              <a:gd name="adj2" fmla="val 0"/>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2" name="Google Shape;100;p14"/>
          <p:cNvCxnSpPr/>
          <p:nvPr/>
        </p:nvCxnSpPr>
        <p:spPr>
          <a:xfrm rot="-534649" flipH="1">
            <a:off x="77040" y="-1219572"/>
            <a:ext cx="2698569" cy="2612749"/>
          </a:xfrm>
          <a:prstGeom prst="straightConnector1">
            <a:avLst/>
          </a:prstGeom>
          <a:noFill/>
          <a:ln w="19050" cap="flat" cmpd="sng">
            <a:solidFill>
              <a:schemeClr val="accent4"/>
            </a:solidFill>
            <a:prstDash val="solid"/>
            <a:round/>
            <a:headEnd type="none" w="med" len="med"/>
            <a:tailEnd type="none" w="med" len="med"/>
          </a:ln>
        </p:spPr>
      </p:cxnSp>
      <p:sp>
        <p:nvSpPr>
          <p:cNvPr id="13" name="Google Shape;101;p14"/>
          <p:cNvSpPr/>
          <p:nvPr/>
        </p:nvSpPr>
        <p:spPr>
          <a:xfrm>
            <a:off x="11207067" y="377633"/>
            <a:ext cx="3454800" cy="3454800"/>
          </a:xfrm>
          <a:prstGeom prst="ellipse">
            <a:avLst/>
          </a:prstGeom>
          <a:noFill/>
          <a:ln w="19050"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02;p14"/>
          <p:cNvSpPr/>
          <p:nvPr/>
        </p:nvSpPr>
        <p:spPr>
          <a:xfrm>
            <a:off x="-109067" y="5920133"/>
            <a:ext cx="2269600" cy="2269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02;p14"/>
          <p:cNvSpPr/>
          <p:nvPr/>
        </p:nvSpPr>
        <p:spPr>
          <a:xfrm>
            <a:off x="5113130" y="-1258376"/>
            <a:ext cx="1960741" cy="1960741"/>
          </a:xfrm>
          <a:prstGeom prst="ellipse">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77696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01942F8D-BFD8-4949-938D-139C1717D971}" type="datetimeFigureOut">
              <a:rPr lang="he-IL" smtClean="0"/>
              <a:t>כ"ג/תשרי/תשפ"ז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BAA5F279-C05E-4F10-B168-96B3B768D7F7}" type="slidenum">
              <a:rPr lang="he-IL" smtClean="0"/>
              <a:t>‹#›</a:t>
            </a:fld>
            <a:endParaRPr lang="he-IL"/>
          </a:p>
        </p:txBody>
      </p:sp>
    </p:spTree>
    <p:extLst>
      <p:ext uri="{BB962C8B-B14F-4D97-AF65-F5344CB8AC3E}">
        <p14:creationId xmlns:p14="http://schemas.microsoft.com/office/powerpoint/2010/main" val="3491508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כותרת ותוכן">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lstStyle>
            <a:lvl1pPr>
              <a:defRPr>
                <a:latin typeface="Segoe UI Semilight" panose="020B0402040204020203" pitchFamily="34" charset="0"/>
                <a:cs typeface="Segoe UI Semilight" panose="020B0402040204020203" pitchFamily="34" charset="0"/>
              </a:defRPr>
            </a:lvl1pPr>
            <a:lvl2pPr>
              <a:defRPr>
                <a:latin typeface="Segoe UI Semilight" panose="020B0402040204020203" pitchFamily="34" charset="0"/>
                <a:cs typeface="Segoe UI Semilight" panose="020B0402040204020203" pitchFamily="34" charset="0"/>
              </a:defRPr>
            </a:lvl2pPr>
            <a:lvl3pPr>
              <a:defRPr>
                <a:latin typeface="Segoe UI Semilight" panose="020B0402040204020203" pitchFamily="34" charset="0"/>
                <a:cs typeface="Segoe UI Semilight" panose="020B0402040204020203" pitchFamily="34" charset="0"/>
              </a:defRPr>
            </a:lvl3pPr>
            <a:lvl4pPr>
              <a:defRPr>
                <a:latin typeface="Segoe UI Semilight" panose="020B0402040204020203" pitchFamily="34" charset="0"/>
                <a:cs typeface="Segoe UI Semilight" panose="020B0402040204020203" pitchFamily="34" charset="0"/>
              </a:defRPr>
            </a:lvl4pPr>
            <a:lvl5pPr>
              <a:defRPr>
                <a:latin typeface="Segoe UI Semilight" panose="020B0402040204020203" pitchFamily="34" charset="0"/>
                <a:cs typeface="Segoe UI Semilight" panose="020B0402040204020203" pitchFamily="34" charset="0"/>
              </a:defRPr>
            </a:lvl5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he-IL" dirty="0"/>
          </a:p>
        </p:txBody>
      </p:sp>
      <p:sp>
        <p:nvSpPr>
          <p:cNvPr id="7" name="כותרת 1"/>
          <p:cNvSpPr>
            <a:spLocks noGrp="1"/>
          </p:cNvSpPr>
          <p:nvPr>
            <p:ph type="title"/>
          </p:nvPr>
        </p:nvSpPr>
        <p:spPr>
          <a:xfrm>
            <a:off x="838200" y="365125"/>
            <a:ext cx="10515600" cy="1325563"/>
          </a:xfrm>
        </p:spPr>
        <p:txBody>
          <a:bodyPr/>
          <a:lstStyle>
            <a:lvl1pPr>
              <a:defRPr b="1">
                <a:solidFill>
                  <a:srgbClr val="001848"/>
                </a:solidFill>
                <a:effectLst>
                  <a:outerShdw blurRad="38100" dist="38100" dir="2700000" algn="tl">
                    <a:srgbClr val="000000">
                      <a:alpha val="43137"/>
                    </a:srgbClr>
                  </a:outerShdw>
                </a:effectLst>
                <a:latin typeface="Segoe UI Semilight" panose="020B0402040204020203" pitchFamily="34" charset="0"/>
                <a:cs typeface="Segoe UI Semilight" panose="020B0402040204020203" pitchFamily="34" charset="0"/>
              </a:defRPr>
            </a:lvl1pPr>
          </a:lstStyle>
          <a:p>
            <a:r>
              <a:rPr lang="he-IL"/>
              <a:t>לחץ כדי לערוך סגנון כותרת של תבנית בסיס</a:t>
            </a:r>
            <a:endParaRPr lang="he-IL" dirty="0"/>
          </a:p>
        </p:txBody>
      </p:sp>
    </p:spTree>
    <p:extLst>
      <p:ext uri="{BB962C8B-B14F-4D97-AF65-F5344CB8AC3E}">
        <p14:creationId xmlns:p14="http://schemas.microsoft.com/office/powerpoint/2010/main" val="1152280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1979891766"/>
      </p:ext>
    </p:extLst>
  </p:cSld>
  <p:clrMap bg1="lt1" tx1="dk1" bg2="dk2" tx2="lt2" accent1="accent1" accent2="accent2" accent3="accent3" accent4="accent4" accent5="accent5" accent6="accent6" hlink="hlink" folHlink="folHlink"/>
  <p:sldLayoutIdLst>
    <p:sldLayoutId id="2147483690" r:id="rId1"/>
    <p:sldLayoutId id="2147483692"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4" r:id="rId12"/>
    <p:sldLayoutId id="2147483705" r:id="rId13"/>
  </p:sldLayoutIdLst>
  <p:txStyles>
    <p:titleStyle>
      <a:defPPr marR="0" lvl="0" algn="l" rtl="0">
        <a:lnSpc>
          <a:spcPct val="100000"/>
        </a:lnSpc>
        <a:spcBef>
          <a:spcPts val="0"/>
        </a:spcBef>
        <a:spcAft>
          <a:spcPts val="0"/>
        </a:spcAft>
      </a:defPPr>
      <a:lvl1pPr marR="0" lvl="0"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ssistant" panose="00000500000000000000" pitchFamily="2" charset="-79"/>
          <a:ea typeface="Assistant" panose="00000500000000000000" pitchFamily="2" charset="-79"/>
          <a:cs typeface="Assistant" panose="00000500000000000000" pitchFamily="2" charset="-79"/>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mn-cs"/>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xml" /><Relationship Id="rId1" Type="http://schemas.openxmlformats.org/officeDocument/2006/relationships/slideLayout" Target="../slideLayouts/slideLayout9.xml" /></Relationships>
</file>

<file path=ppt/slides/_rels/slide3.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2.xml" /><Relationship Id="rId1" Type="http://schemas.openxmlformats.org/officeDocument/2006/relationships/slideLayout" Target="../slideLayouts/slideLayout10.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0.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0.xml" /></Relationships>
</file>

<file path=ppt/slides/_rels/slide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slideLayout" Target="../slideLayouts/slideLayout10.xml" /><Relationship Id="rId4" Type="http://schemas.microsoft.com/office/2007/relationships/hdphoto" Target="../media/hdphoto1.wdp" /></Relationships>
</file>

<file path=ppt/slides/_rels/slide8.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10.xml" /><Relationship Id="rId6" Type="http://schemas.openxmlformats.org/officeDocument/2006/relationships/image" Target="../media/image8.gif" /><Relationship Id="rId5" Type="http://schemas.microsoft.com/office/2007/relationships/hdphoto" Target="../media/hdphoto2.wdp" /><Relationship Id="rId4" Type="http://schemas.openxmlformats.org/officeDocument/2006/relationships/image" Target="../media/image7.png" /></Relationships>
</file>

<file path=ppt/slides/_rels/slide9.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5.xml" /><Relationship Id="rId1" Type="http://schemas.openxmlformats.org/officeDocument/2006/relationships/slideLayout" Target="../slideLayouts/slideLayout10.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_rels/slide11.xml.rels><?xml version="1.0" encoding="UTF-8" standalone="yes"?>
<Relationships xmlns="http://schemas.openxmlformats.org/package/2006/relationships"><Relationship Id="rId3" Type="http://schemas.openxmlformats.org/officeDocument/2006/relationships/image" Target="../media/image11.gif" /><Relationship Id="rId2" Type="http://schemas.openxmlformats.org/officeDocument/2006/relationships/image" Target="../media/image10.jpeg" /><Relationship Id="rId1" Type="http://schemas.openxmlformats.org/officeDocument/2006/relationships/slideLayout" Target="../slideLayouts/slideLayout10.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0.xml" /></Relationships>
</file>

<file path=ppt/slides/_rels/slide13.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10.xml" /></Relationships>
</file>

<file path=ppt/slides/_rels/slide14.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10.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0.xml" /></Relationships>
</file>

<file path=ppt/slides/_rels/slide16.xml.rels><?xml version="1.0" encoding="UTF-8" standalone="yes"?>
<Relationships xmlns="http://schemas.openxmlformats.org/package/2006/relationships"><Relationship Id="rId3" Type="http://schemas.openxmlformats.org/officeDocument/2006/relationships/image" Target="../media/image15.gif" /><Relationship Id="rId2" Type="http://schemas.openxmlformats.org/officeDocument/2006/relationships/image" Target="../media/image14.jpeg" /><Relationship Id="rId1" Type="http://schemas.openxmlformats.org/officeDocument/2006/relationships/slideLayout" Target="../slideLayouts/slideLayout10.xml" /></Relationships>
</file>

<file path=ppt/slides/_rels/slide17.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10.xml" /></Relationships>
</file>

<file path=ppt/slides/_rels/slide18.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10.xml" /></Relationships>
</file>

<file path=ppt/slides/_rels/slide19.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8.xml" /><Relationship Id="rId1" Type="http://schemas.openxmlformats.org/officeDocument/2006/relationships/slideLayout" Target="../slideLayouts/slideLayout10.xml" /><Relationship Id="rId6" Type="http://schemas.microsoft.com/office/2007/relationships/hdphoto" Target="../media/hdphoto3.wdp" /><Relationship Id="rId5" Type="http://schemas.openxmlformats.org/officeDocument/2006/relationships/image" Target="../media/image20.png" /><Relationship Id="rId4" Type="http://schemas.openxmlformats.org/officeDocument/2006/relationships/image" Target="../media/image19.png" /></Relationships>
</file>

<file path=ppt/slides/_rels/slide20.xml.rels><?xml version="1.0" encoding="UTF-8" standalone="yes"?>
<Relationships xmlns="http://schemas.openxmlformats.org/package/2006/relationships"><Relationship Id="rId2" Type="http://schemas.openxmlformats.org/officeDocument/2006/relationships/image" Target="../media/image21.gif" /><Relationship Id="rId1" Type="http://schemas.openxmlformats.org/officeDocument/2006/relationships/slideLayout" Target="../slideLayouts/slideLayout10.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משנה 2"/>
          <p:cNvSpPr txBox="1">
            <a:spLocks/>
          </p:cNvSpPr>
          <p:nvPr/>
        </p:nvSpPr>
        <p:spPr>
          <a:xfrm>
            <a:off x="5383369" y="100179"/>
            <a:ext cx="1223493" cy="320938"/>
          </a:xfrm>
          <a:prstGeom prst="rect">
            <a:avLst/>
          </a:prstGeom>
          <a:solidFill>
            <a:schemeClr val="bg1"/>
          </a:solidFill>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
        <p:nvSpPr>
          <p:cNvPr id="5" name="כותרת 1">
            <a:extLst>
              <a:ext uri="{FF2B5EF4-FFF2-40B4-BE49-F238E27FC236}">
                <a16:creationId xmlns:a16="http://schemas.microsoft.com/office/drawing/2014/main" id="{327BDF24-837B-4F09-9F87-491DC9844A8E}"/>
              </a:ext>
            </a:extLst>
          </p:cNvPr>
          <p:cNvSpPr txBox="1">
            <a:spLocks/>
          </p:cNvSpPr>
          <p:nvPr/>
        </p:nvSpPr>
        <p:spPr>
          <a:xfrm>
            <a:off x="0" y="1572246"/>
            <a:ext cx="12192000" cy="2387600"/>
          </a:xfrm>
        </p:spPr>
        <p:txBody>
          <a:bodyPr>
            <a:normAutofit/>
          </a:bodyPr>
          <a:lstStyle>
            <a:defPPr marR="0" lvl="0" algn="l" rtl="0">
              <a:lnSpc>
                <a:spcPct val="100000"/>
              </a:lnSpc>
              <a:spcBef>
                <a:spcPts val="0"/>
              </a:spcBef>
              <a:spcAft>
                <a:spcPts val="0"/>
              </a:spcAft>
            </a:defPPr>
            <a:lvl1pPr marR="0" lvl="0"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ssistant" panose="00000500000000000000" pitchFamily="2" charset="-79"/>
                <a:ea typeface="Assistant" panose="00000500000000000000" pitchFamily="2" charset="-79"/>
                <a:cs typeface="Assistant" panose="00000500000000000000" pitchFamily="2" charset="-79"/>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he-IL" sz="11500">
                <a:cs typeface="Assistant ExtraBold" panose="00000900000000000000" pitchFamily="2" charset="-79"/>
              </a:rPr>
              <a:t>מבוא לגיאודזיה</a:t>
            </a:r>
            <a:endParaRPr lang="he-IL" sz="11500" dirty="0">
              <a:cs typeface="Assistant ExtraBold" panose="00000900000000000000" pitchFamily="2" charset="-79"/>
            </a:endParaRPr>
          </a:p>
        </p:txBody>
      </p:sp>
      <p:sp>
        <p:nvSpPr>
          <p:cNvPr id="6" name="כותרת 1">
            <a:extLst>
              <a:ext uri="{FF2B5EF4-FFF2-40B4-BE49-F238E27FC236}">
                <a16:creationId xmlns:a16="http://schemas.microsoft.com/office/drawing/2014/main" id="{391901F8-7C8C-4266-91D8-4F9CC1C3AD49}"/>
              </a:ext>
            </a:extLst>
          </p:cNvPr>
          <p:cNvSpPr txBox="1">
            <a:spLocks/>
          </p:cNvSpPr>
          <p:nvPr/>
        </p:nvSpPr>
        <p:spPr>
          <a:xfrm>
            <a:off x="0" y="3150607"/>
            <a:ext cx="12192000" cy="2387600"/>
          </a:xfrm>
        </p:spPr>
        <p:txBody>
          <a:bodyPr>
            <a:normAutofit/>
          </a:bodyPr>
          <a:lstStyle>
            <a:defPPr marR="0" lvl="0" algn="l" rtl="0">
              <a:lnSpc>
                <a:spcPct val="100000"/>
              </a:lnSpc>
              <a:spcBef>
                <a:spcPts val="0"/>
              </a:spcBef>
              <a:spcAft>
                <a:spcPts val="0"/>
              </a:spcAft>
            </a:defPPr>
            <a:lvl1pPr marR="0" lvl="0"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ssistant" panose="00000500000000000000" pitchFamily="2" charset="-79"/>
                <a:ea typeface="Assistant" panose="00000500000000000000" pitchFamily="2" charset="-79"/>
                <a:cs typeface="Assistant" panose="00000500000000000000" pitchFamily="2" charset="-79"/>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he-IL" sz="8000" dirty="0">
                <a:cs typeface="Assistant ExtraBold" panose="00000900000000000000" pitchFamily="2" charset="-79"/>
              </a:rPr>
              <a:t>חלק א'</a:t>
            </a:r>
          </a:p>
        </p:txBody>
      </p:sp>
    </p:spTree>
    <p:extLst>
      <p:ext uri="{BB962C8B-B14F-4D97-AF65-F5344CB8AC3E}">
        <p14:creationId xmlns:p14="http://schemas.microsoft.com/office/powerpoint/2010/main" val="3420369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8"/>
        <p:cNvGrpSpPr/>
        <p:nvPr/>
      </p:nvGrpSpPr>
      <p:grpSpPr>
        <a:xfrm>
          <a:off x="0" y="0"/>
          <a:ext cx="0" cy="0"/>
          <a:chOff x="0" y="0"/>
          <a:chExt cx="0" cy="0"/>
        </a:xfrm>
      </p:grpSpPr>
      <p:sp>
        <p:nvSpPr>
          <p:cNvPr id="1959" name="Google Shape;1959;p38"/>
          <p:cNvSpPr/>
          <p:nvPr/>
        </p:nvSpPr>
        <p:spPr>
          <a:xfrm rot="10800000">
            <a:off x="7146733" y="-503600"/>
            <a:ext cx="3992400" cy="7865200"/>
          </a:xfrm>
          <a:prstGeom prst="ellipse">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endParaRPr sz="1867"/>
          </a:p>
        </p:txBody>
      </p:sp>
      <p:grpSp>
        <p:nvGrpSpPr>
          <p:cNvPr id="1962" name="Google Shape;1962;p38"/>
          <p:cNvGrpSpPr/>
          <p:nvPr/>
        </p:nvGrpSpPr>
        <p:grpSpPr>
          <a:xfrm>
            <a:off x="7421300" y="-671567"/>
            <a:ext cx="4828800" cy="8206000"/>
            <a:chOff x="5565975" y="-503675"/>
            <a:chExt cx="3621600" cy="6154500"/>
          </a:xfrm>
          <a:solidFill>
            <a:schemeClr val="accent4"/>
          </a:solidFill>
        </p:grpSpPr>
        <p:pic>
          <p:nvPicPr>
            <p:cNvPr id="1963" name="Google Shape;1963;p38"/>
            <p:cNvPicPr preferRelativeResize="0"/>
            <p:nvPr/>
          </p:nvPicPr>
          <p:blipFill rotWithShape="1">
            <a:blip r:embed="rId3">
              <a:alphaModFix/>
            </a:blip>
            <a:srcRect l="32208" t="-9508" r="21428" b="-9496"/>
            <a:stretch/>
          </p:blipFill>
          <p:spPr>
            <a:xfrm rot="10800000">
              <a:off x="5566800" y="-488850"/>
              <a:ext cx="3577200" cy="6121200"/>
            </a:xfrm>
            <a:prstGeom prst="flowChartDelay">
              <a:avLst/>
            </a:prstGeom>
            <a:grpFill/>
            <a:ln>
              <a:noFill/>
            </a:ln>
          </p:spPr>
        </p:pic>
        <p:sp>
          <p:nvSpPr>
            <p:cNvPr id="1964" name="Google Shape;1964;p38"/>
            <p:cNvSpPr/>
            <p:nvPr/>
          </p:nvSpPr>
          <p:spPr>
            <a:xfrm rot="10800000">
              <a:off x="5565975" y="-503675"/>
              <a:ext cx="3621600" cy="6154500"/>
            </a:xfrm>
            <a:prstGeom prst="flowChartDelay">
              <a:avLst/>
            </a:prstGeom>
            <a:grpFill/>
            <a:ln>
              <a:noFill/>
            </a:ln>
          </p:spPr>
          <p:txBody>
            <a:bodyPr spcFirstLastPara="1" wrap="square" lIns="121900" tIns="121900" rIns="121900" bIns="121900" anchor="ctr" anchorCtr="0">
              <a:noAutofit/>
            </a:bodyPr>
            <a:lstStyle/>
            <a:p>
              <a:endParaRPr sz="1867"/>
            </a:p>
          </p:txBody>
        </p:sp>
      </p:grpSp>
      <p:sp>
        <p:nvSpPr>
          <p:cNvPr id="10" name="Google Shape;163;p25"/>
          <p:cNvSpPr txBox="1">
            <a:spLocks/>
          </p:cNvSpPr>
          <p:nvPr/>
        </p:nvSpPr>
        <p:spPr>
          <a:xfrm>
            <a:off x="8394464" y="2157157"/>
            <a:ext cx="2882473" cy="2352495"/>
          </a:xfrm>
          <a:prstGeom prst="rect">
            <a:avLst/>
          </a:prstGeom>
        </p:spPr>
        <p:txBody>
          <a:bodyPr spcFirstLastPara="1" vert="horz" wrap="square" lIns="162533" tIns="162533" rIns="162533" bIns="162533" rtlCol="1" anchor="t" anchorCtr="0">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rtl="0"/>
            <a:r>
              <a:rPr lang="he-IL" sz="8000" b="1" dirty="0">
                <a:solidFill>
                  <a:schemeClr val="bg1"/>
                </a:solidFill>
                <a:latin typeface="Assistant" panose="00000500000000000000" pitchFamily="2" charset="-79"/>
                <a:cs typeface="Assistant" panose="00000500000000000000" pitchFamily="2" charset="-79"/>
              </a:rPr>
              <a:t>מפת שיעור</a:t>
            </a:r>
            <a:endParaRPr lang="en-US" sz="8000" b="1" dirty="0">
              <a:solidFill>
                <a:schemeClr val="bg1"/>
              </a:solidFill>
              <a:latin typeface="Assistant" panose="00000500000000000000" pitchFamily="2" charset="-79"/>
              <a:cs typeface="Assistant" panose="00000500000000000000" pitchFamily="2" charset="-79"/>
            </a:endParaRPr>
          </a:p>
        </p:txBody>
      </p:sp>
      <p:sp>
        <p:nvSpPr>
          <p:cNvPr id="11" name="מציין מיקום טקסט 2"/>
          <p:cNvSpPr>
            <a:spLocks noGrp="1"/>
          </p:cNvSpPr>
          <p:nvPr>
            <p:ph type="body" idx="1"/>
          </p:nvPr>
        </p:nvSpPr>
        <p:spPr>
          <a:xfrm>
            <a:off x="-183032" y="756168"/>
            <a:ext cx="6843733" cy="3881960"/>
          </a:xfrm>
        </p:spPr>
        <p:txBody>
          <a:bodyPr/>
          <a:lstStyle/>
          <a:p>
            <a:r>
              <a:rPr lang="he-IL" sz="2400" b="1" dirty="0">
                <a:latin typeface="Assistant" panose="00000500000000000000" pitchFamily="2" charset="-79"/>
                <a:cs typeface="Assistant" panose="00000500000000000000" pitchFamily="2" charset="-79"/>
              </a:rPr>
              <a:t>גיאודזיה – תורת המיפוי</a:t>
            </a:r>
          </a:p>
          <a:p>
            <a:r>
              <a:rPr lang="he-IL" sz="2400" b="1" dirty="0">
                <a:latin typeface="Assistant" panose="00000500000000000000" pitchFamily="2" charset="-79"/>
                <a:cs typeface="Assistant" panose="00000500000000000000" pitchFamily="2" charset="-79"/>
              </a:rPr>
              <a:t>גופי ייחוס מרחביים</a:t>
            </a:r>
          </a:p>
          <a:p>
            <a:r>
              <a:rPr lang="he-IL" sz="2400" b="1" dirty="0">
                <a:latin typeface="Assistant" panose="00000500000000000000" pitchFamily="2" charset="-79"/>
                <a:cs typeface="Assistant" panose="00000500000000000000" pitchFamily="2" charset="-79"/>
              </a:rPr>
              <a:t>שיטות הטלה</a:t>
            </a:r>
          </a:p>
          <a:p>
            <a:r>
              <a:rPr lang="he-IL" sz="2400" b="1" dirty="0">
                <a:latin typeface="Assistant" panose="00000500000000000000" pitchFamily="2" charset="-79"/>
                <a:cs typeface="Assistant" panose="00000500000000000000" pitchFamily="2" charset="-79"/>
              </a:rPr>
              <a:t>מערכות ייחוס</a:t>
            </a:r>
          </a:p>
          <a:p>
            <a:r>
              <a:rPr lang="he-IL" sz="2400" b="1" dirty="0">
                <a:latin typeface="Assistant" panose="00000500000000000000" pitchFamily="2" charset="-79"/>
                <a:cs typeface="Assistant" panose="00000500000000000000" pitchFamily="2" charset="-79"/>
              </a:rPr>
              <a:t>אזימוט</a:t>
            </a:r>
          </a:p>
          <a:p>
            <a:r>
              <a:rPr lang="he-IL" sz="2400" b="1" dirty="0">
                <a:latin typeface="Assistant" panose="00000500000000000000" pitchFamily="2" charset="-79"/>
                <a:cs typeface="Assistant" panose="00000500000000000000" pitchFamily="2" charset="-79"/>
              </a:rPr>
              <a:t>סיכום</a:t>
            </a:r>
          </a:p>
        </p:txBody>
      </p:sp>
    </p:spTree>
    <p:extLst>
      <p:ext uri="{BB962C8B-B14F-4D97-AF65-F5344CB8AC3E}">
        <p14:creationId xmlns:p14="http://schemas.microsoft.com/office/powerpoint/2010/main" val="170394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p:cNvSpPr>
            <a:spLocks noGrp="1"/>
          </p:cNvSpPr>
          <p:nvPr>
            <p:ph type="ctrTitle"/>
          </p:nvPr>
        </p:nvSpPr>
        <p:spPr>
          <a:xfrm>
            <a:off x="1151236" y="0"/>
            <a:ext cx="9889525" cy="1124286"/>
          </a:xfrm>
        </p:spPr>
        <p:txBody>
          <a:bodyPr>
            <a:noAutofit/>
          </a:bodyPr>
          <a:lstStyle/>
          <a:p>
            <a:pPr algn="ctr"/>
            <a:r>
              <a:rPr lang="he-IL" sz="8000" dirty="0">
                <a:solidFill>
                  <a:schemeClr val="tx1"/>
                </a:solidFill>
                <a:cs typeface="Assistant ExtraBold" panose="00000900000000000000" pitchFamily="2" charset="-79"/>
              </a:rPr>
              <a:t>גיאודזיה - תורת המיפוי</a:t>
            </a:r>
          </a:p>
        </p:txBody>
      </p:sp>
      <p:sp>
        <p:nvSpPr>
          <p:cNvPr id="5" name="מציין מיקום תוכן 2"/>
          <p:cNvSpPr>
            <a:spLocks noGrp="1"/>
          </p:cNvSpPr>
          <p:nvPr>
            <p:ph idx="4294967295"/>
          </p:nvPr>
        </p:nvSpPr>
        <p:spPr>
          <a:xfrm>
            <a:off x="2152648" y="1457076"/>
            <a:ext cx="7886700" cy="1971924"/>
          </a:xfrm>
        </p:spPr>
        <p:txBody>
          <a:bodyPr>
            <a:noAutofit/>
          </a:bodyPr>
          <a:lstStyle/>
          <a:p>
            <a:pPr>
              <a:buNone/>
            </a:pPr>
            <a:r>
              <a:rPr lang="he-IL" sz="2800" b="1" u="sng" dirty="0">
                <a:cs typeface="+mj-cs"/>
              </a:rPr>
              <a:t>הגדרה</a:t>
            </a:r>
            <a:r>
              <a:rPr lang="he-IL" sz="2800" b="1" dirty="0">
                <a:cs typeface="+mj-cs"/>
              </a:rPr>
              <a:t>:</a:t>
            </a:r>
          </a:p>
          <a:p>
            <a:pPr algn="ctr">
              <a:buNone/>
            </a:pPr>
            <a:r>
              <a:rPr lang="he-IL" sz="2800" dirty="0">
                <a:cs typeface="+mj-cs"/>
              </a:rPr>
              <a:t>גיאו - אדמה</a:t>
            </a:r>
          </a:p>
          <a:p>
            <a:pPr algn="ctr">
              <a:buNone/>
            </a:pPr>
            <a:r>
              <a:rPr lang="he-IL" sz="2800" dirty="0">
                <a:cs typeface="+mj-cs"/>
              </a:rPr>
              <a:t>דזיה - חלוקה</a:t>
            </a:r>
          </a:p>
          <a:p>
            <a:pPr>
              <a:buNone/>
            </a:pPr>
            <a:endParaRPr lang="en-US" sz="2800" dirty="0">
              <a:cs typeface="+mj-cs"/>
            </a:endParaRPr>
          </a:p>
          <a:p>
            <a:pPr algn="ctr">
              <a:buNone/>
            </a:pPr>
            <a:r>
              <a:rPr lang="he-IL" sz="2800" dirty="0">
                <a:cs typeface="+mj-cs"/>
              </a:rPr>
              <a:t>הגיאודזיה הוא תחום מדעי העוסק במיפוי ובקביעת מיקום נקודות ועצמים על פני כדור הארץ</a:t>
            </a:r>
          </a:p>
        </p:txBody>
      </p:sp>
      <p:pic>
        <p:nvPicPr>
          <p:cNvPr id="6" name="תמונה 15" descr="WRLDMAP.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23667" y="4466437"/>
            <a:ext cx="4144665" cy="1865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956063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2"/>
          <p:cNvSpPr>
            <a:spLocks noGrp="1"/>
          </p:cNvSpPr>
          <p:nvPr>
            <p:ph type="ctrTitle"/>
          </p:nvPr>
        </p:nvSpPr>
        <p:spPr>
          <a:xfrm>
            <a:off x="764088" y="468471"/>
            <a:ext cx="10277832" cy="610800"/>
          </a:xfrm>
        </p:spPr>
        <p:txBody>
          <a:bodyPr>
            <a:normAutofit fontScale="90000"/>
          </a:bodyPr>
          <a:lstStyle/>
          <a:p>
            <a:pPr algn="ctr"/>
            <a:r>
              <a:rPr lang="he-IL" sz="8000" dirty="0">
                <a:solidFill>
                  <a:schemeClr val="tx1"/>
                </a:solidFill>
                <a:cs typeface="+mj-cs"/>
              </a:rPr>
              <a:t>גופי ייחוס מרחביים</a:t>
            </a:r>
          </a:p>
        </p:txBody>
      </p:sp>
      <p:sp>
        <p:nvSpPr>
          <p:cNvPr id="2" name="מציין מיקום תוכן 1"/>
          <p:cNvSpPr>
            <a:spLocks noGrp="1"/>
          </p:cNvSpPr>
          <p:nvPr>
            <p:ph idx="4294967295"/>
          </p:nvPr>
        </p:nvSpPr>
        <p:spPr>
          <a:xfrm>
            <a:off x="764088" y="2038192"/>
            <a:ext cx="10896600" cy="4351337"/>
          </a:xfrm>
        </p:spPr>
        <p:txBody>
          <a:bodyPr>
            <a:normAutofit/>
          </a:bodyPr>
          <a:lstStyle/>
          <a:p>
            <a:pPr marL="0" indent="0" algn="ctr">
              <a:buNone/>
            </a:pPr>
            <a:r>
              <a:rPr lang="he-IL" sz="2800" b="1" u="sng" dirty="0">
                <a:latin typeface="+mj-lt"/>
                <a:cs typeface="+mj-cs"/>
              </a:rPr>
              <a:t>גופי ייחוס מרחביים: </a:t>
            </a:r>
          </a:p>
          <a:p>
            <a:pPr marL="0" indent="0" algn="ctr">
              <a:buNone/>
            </a:pPr>
            <a:r>
              <a:rPr lang="he-IL" sz="2800" dirty="0">
                <a:latin typeface="+mj-lt"/>
                <a:cs typeface="+mj-cs"/>
              </a:rPr>
              <a:t>דרך לתאר את מבנה כדור הארץ באופן גרפי</a:t>
            </a:r>
            <a:endParaRPr lang="en-US" sz="2800" dirty="0">
              <a:latin typeface="+mj-lt"/>
              <a:cs typeface="+mj-cs"/>
            </a:endParaRPr>
          </a:p>
          <a:p>
            <a:pPr marL="0" indent="0" algn="ctr">
              <a:buNone/>
            </a:pPr>
            <a:endParaRPr lang="en-US" sz="2800" dirty="0">
              <a:latin typeface="+mj-lt"/>
              <a:cs typeface="+mj-cs"/>
            </a:endParaRPr>
          </a:p>
          <a:p>
            <a:pPr marL="0" indent="0" algn="ctr">
              <a:lnSpc>
                <a:spcPct val="150000"/>
              </a:lnSpc>
              <a:buNone/>
            </a:pPr>
            <a:r>
              <a:rPr lang="he-IL" sz="2800" dirty="0">
                <a:latin typeface="+mj-lt"/>
                <a:cs typeface="+mj-cs"/>
              </a:rPr>
              <a:t>כיוון שצורת כדור הארץ אינה פשוטה ולא ניתן לצייר ולחלק אותה באופן פשוט, קודם עלינו להגדיר גופי ייחוס מרחביים (שצורתם קרובה לכדור הארץ) שעליהם נגדיר את מערכת הצירים ועל בסיסם נערוך מדידות לצרכים שונים</a:t>
            </a:r>
          </a:p>
        </p:txBody>
      </p:sp>
      <p:sp>
        <p:nvSpPr>
          <p:cNvPr id="5"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1142750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מציין מיקום תוכן 2"/>
          <p:cNvSpPr>
            <a:spLocks noGrp="1"/>
          </p:cNvSpPr>
          <p:nvPr>
            <p:ph idx="4294967295"/>
          </p:nvPr>
        </p:nvSpPr>
        <p:spPr>
          <a:xfrm>
            <a:off x="595025" y="2068419"/>
            <a:ext cx="10795000" cy="4351338"/>
          </a:xfrm>
        </p:spPr>
        <p:txBody>
          <a:bodyPr>
            <a:noAutofit/>
          </a:bodyPr>
          <a:lstStyle/>
          <a:p>
            <a:pPr algn="ctr">
              <a:lnSpc>
                <a:spcPct val="150000"/>
              </a:lnSpc>
            </a:pPr>
            <a:r>
              <a:rPr lang="he-IL" dirty="0">
                <a:cs typeface="+mj-cs"/>
              </a:rPr>
              <a:t>כדוה"א שטוח ומלבני (עד 550 לפנה"ס)</a:t>
            </a:r>
          </a:p>
          <a:p>
            <a:pPr algn="ctr">
              <a:lnSpc>
                <a:spcPct val="150000"/>
              </a:lnSpc>
            </a:pPr>
            <a:endParaRPr lang="he-IL" dirty="0">
              <a:cs typeface="+mj-cs"/>
            </a:endParaRPr>
          </a:p>
          <a:p>
            <a:pPr algn="ctr">
              <a:lnSpc>
                <a:spcPct val="150000"/>
              </a:lnSpc>
            </a:pPr>
            <a:r>
              <a:rPr lang="he-IL" dirty="0">
                <a:cs typeface="+mj-cs"/>
              </a:rPr>
              <a:t>כדוה"א שטוח ועגול (550 לפנה"ס)</a:t>
            </a:r>
          </a:p>
          <a:p>
            <a:pPr algn="ctr">
              <a:lnSpc>
                <a:spcPct val="150000"/>
              </a:lnSpc>
            </a:pPr>
            <a:endParaRPr lang="he-IL" dirty="0">
              <a:cs typeface="+mj-cs"/>
            </a:endParaRPr>
          </a:p>
          <a:p>
            <a:pPr algn="ctr">
              <a:lnSpc>
                <a:spcPct val="150000"/>
              </a:lnSpc>
            </a:pPr>
            <a:r>
              <a:rPr lang="he-IL" dirty="0">
                <a:cs typeface="+mj-cs"/>
              </a:rPr>
              <a:t>כדוה"א כדור תלת ממדי (350 לפנה"ס)</a:t>
            </a:r>
          </a:p>
          <a:p>
            <a:pPr algn="ctr">
              <a:lnSpc>
                <a:spcPct val="150000"/>
              </a:lnSpc>
            </a:pPr>
            <a:endParaRPr lang="he-IL" dirty="0">
              <a:cs typeface="+mj-cs"/>
            </a:endParaRPr>
          </a:p>
          <a:p>
            <a:pPr algn="ctr">
              <a:lnSpc>
                <a:spcPct val="150000"/>
              </a:lnSpc>
            </a:pPr>
            <a:r>
              <a:rPr lang="he-IL" dirty="0">
                <a:cs typeface="+mj-cs"/>
              </a:rPr>
              <a:t>כדוה"א פחוס בקטבים, למעשה אליפסה תלת ממדית (1700 לספירה)</a:t>
            </a:r>
          </a:p>
          <a:p>
            <a:pPr>
              <a:lnSpc>
                <a:spcPct val="150000"/>
              </a:lnSpc>
            </a:pPr>
            <a:endParaRPr lang="he-IL" sz="3200" dirty="0">
              <a:cs typeface="+mj-cs"/>
            </a:endParaRPr>
          </a:p>
        </p:txBody>
      </p:sp>
      <p:sp>
        <p:nvSpPr>
          <p:cNvPr id="6" name="כותרת 1"/>
          <p:cNvSpPr txBox="1">
            <a:spLocks/>
          </p:cNvSpPr>
          <p:nvPr/>
        </p:nvSpPr>
        <p:spPr>
          <a:xfrm>
            <a:off x="0" y="562922"/>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6000" dirty="0">
                <a:solidFill>
                  <a:schemeClr val="tx1"/>
                </a:solidFill>
                <a:cs typeface="Assistant ExtraBold" panose="00000900000000000000" pitchFamily="2" charset="-79"/>
              </a:rPr>
              <a:t>צורת כדור הארץ בעבר</a:t>
            </a:r>
          </a:p>
        </p:txBody>
      </p:sp>
      <p:sp>
        <p:nvSpPr>
          <p:cNvPr id="7"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
        <p:nvSpPr>
          <p:cNvPr id="8" name="מציין מיקום תוכן 2"/>
          <p:cNvSpPr txBox="1">
            <a:spLocks/>
          </p:cNvSpPr>
          <p:nvPr/>
        </p:nvSpPr>
        <p:spPr>
          <a:xfrm>
            <a:off x="595025" y="1376429"/>
            <a:ext cx="11070100"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he-IL" sz="3200" dirty="0">
                <a:solidFill>
                  <a:schemeClr val="accent3">
                    <a:lumMod val="75000"/>
                  </a:schemeClr>
                </a:solidFill>
                <a:cs typeface="+mj-cs"/>
              </a:rPr>
              <a:t>התפיסה על צורת כדור הארץ לאורך ההיסטוריה:</a:t>
            </a:r>
          </a:p>
        </p:txBody>
      </p:sp>
      <p:grpSp>
        <p:nvGrpSpPr>
          <p:cNvPr id="9" name="Shape 2039"/>
          <p:cNvGrpSpPr/>
          <p:nvPr/>
        </p:nvGrpSpPr>
        <p:grpSpPr>
          <a:xfrm>
            <a:off x="5714643" y="5329791"/>
            <a:ext cx="841799" cy="795953"/>
            <a:chOff x="5941025" y="3634400"/>
            <a:chExt cx="467650" cy="467650"/>
          </a:xfrm>
        </p:grpSpPr>
        <p:sp>
          <p:nvSpPr>
            <p:cNvPr id="10" name="Shape 2040"/>
            <p:cNvSpPr/>
            <p:nvPr/>
          </p:nvSpPr>
          <p:spPr>
            <a:xfrm>
              <a:off x="5941025" y="3634400"/>
              <a:ext cx="467650" cy="467650"/>
            </a:xfrm>
            <a:custGeom>
              <a:avLst/>
              <a:gdLst/>
              <a:ahLst/>
              <a:cxnLst/>
              <a:rect l="0" t="0" r="0" b="0"/>
              <a:pathLst>
                <a:path w="18706" h="18706" fill="none" extrusionOk="0">
                  <a:moveTo>
                    <a:pt x="9353" y="1"/>
                  </a:moveTo>
                  <a:lnTo>
                    <a:pt x="9353" y="1"/>
                  </a:lnTo>
                  <a:lnTo>
                    <a:pt x="8866" y="25"/>
                  </a:lnTo>
                  <a:lnTo>
                    <a:pt x="8403" y="50"/>
                  </a:lnTo>
                  <a:lnTo>
                    <a:pt x="7940" y="123"/>
                  </a:lnTo>
                  <a:lnTo>
                    <a:pt x="7478" y="196"/>
                  </a:lnTo>
                  <a:lnTo>
                    <a:pt x="7015" y="293"/>
                  </a:lnTo>
                  <a:lnTo>
                    <a:pt x="6577" y="439"/>
                  </a:lnTo>
                  <a:lnTo>
                    <a:pt x="6138" y="585"/>
                  </a:lnTo>
                  <a:lnTo>
                    <a:pt x="5724" y="732"/>
                  </a:lnTo>
                  <a:lnTo>
                    <a:pt x="5310" y="926"/>
                  </a:lnTo>
                  <a:lnTo>
                    <a:pt x="4896" y="1146"/>
                  </a:lnTo>
                  <a:lnTo>
                    <a:pt x="4506" y="1365"/>
                  </a:lnTo>
                  <a:lnTo>
                    <a:pt x="4117" y="1608"/>
                  </a:lnTo>
                  <a:lnTo>
                    <a:pt x="3751" y="1876"/>
                  </a:lnTo>
                  <a:lnTo>
                    <a:pt x="3410" y="2144"/>
                  </a:lnTo>
                  <a:lnTo>
                    <a:pt x="3069" y="2436"/>
                  </a:lnTo>
                  <a:lnTo>
                    <a:pt x="2753" y="2753"/>
                  </a:lnTo>
                  <a:lnTo>
                    <a:pt x="2436" y="3070"/>
                  </a:lnTo>
                  <a:lnTo>
                    <a:pt x="2144" y="3411"/>
                  </a:lnTo>
                  <a:lnTo>
                    <a:pt x="1876" y="3752"/>
                  </a:lnTo>
                  <a:lnTo>
                    <a:pt x="1608" y="4117"/>
                  </a:lnTo>
                  <a:lnTo>
                    <a:pt x="1365" y="4507"/>
                  </a:lnTo>
                  <a:lnTo>
                    <a:pt x="1145" y="4896"/>
                  </a:lnTo>
                  <a:lnTo>
                    <a:pt x="926" y="5310"/>
                  </a:lnTo>
                  <a:lnTo>
                    <a:pt x="731" y="5724"/>
                  </a:lnTo>
                  <a:lnTo>
                    <a:pt x="585" y="6138"/>
                  </a:lnTo>
                  <a:lnTo>
                    <a:pt x="439" y="6577"/>
                  </a:lnTo>
                  <a:lnTo>
                    <a:pt x="293" y="7015"/>
                  </a:lnTo>
                  <a:lnTo>
                    <a:pt x="196" y="7478"/>
                  </a:lnTo>
                  <a:lnTo>
                    <a:pt x="123" y="7941"/>
                  </a:lnTo>
                  <a:lnTo>
                    <a:pt x="49" y="8403"/>
                  </a:lnTo>
                  <a:lnTo>
                    <a:pt x="25" y="8866"/>
                  </a:lnTo>
                  <a:lnTo>
                    <a:pt x="1" y="9353"/>
                  </a:lnTo>
                  <a:lnTo>
                    <a:pt x="1" y="9353"/>
                  </a:lnTo>
                  <a:lnTo>
                    <a:pt x="25" y="9840"/>
                  </a:lnTo>
                  <a:lnTo>
                    <a:pt x="49" y="10303"/>
                  </a:lnTo>
                  <a:lnTo>
                    <a:pt x="123" y="10766"/>
                  </a:lnTo>
                  <a:lnTo>
                    <a:pt x="196" y="11229"/>
                  </a:lnTo>
                  <a:lnTo>
                    <a:pt x="293" y="11691"/>
                  </a:lnTo>
                  <a:lnTo>
                    <a:pt x="439" y="12130"/>
                  </a:lnTo>
                  <a:lnTo>
                    <a:pt x="585" y="12568"/>
                  </a:lnTo>
                  <a:lnTo>
                    <a:pt x="731" y="12982"/>
                  </a:lnTo>
                  <a:lnTo>
                    <a:pt x="926" y="13396"/>
                  </a:lnTo>
                  <a:lnTo>
                    <a:pt x="1145" y="13810"/>
                  </a:lnTo>
                  <a:lnTo>
                    <a:pt x="1365" y="14200"/>
                  </a:lnTo>
                  <a:lnTo>
                    <a:pt x="1608" y="14590"/>
                  </a:lnTo>
                  <a:lnTo>
                    <a:pt x="1876" y="14955"/>
                  </a:lnTo>
                  <a:lnTo>
                    <a:pt x="2144" y="15296"/>
                  </a:lnTo>
                  <a:lnTo>
                    <a:pt x="2436" y="15637"/>
                  </a:lnTo>
                  <a:lnTo>
                    <a:pt x="2753" y="15953"/>
                  </a:lnTo>
                  <a:lnTo>
                    <a:pt x="3069" y="16270"/>
                  </a:lnTo>
                  <a:lnTo>
                    <a:pt x="3410" y="16562"/>
                  </a:lnTo>
                  <a:lnTo>
                    <a:pt x="3751" y="16830"/>
                  </a:lnTo>
                  <a:lnTo>
                    <a:pt x="4117" y="17098"/>
                  </a:lnTo>
                  <a:lnTo>
                    <a:pt x="4506" y="17342"/>
                  </a:lnTo>
                  <a:lnTo>
                    <a:pt x="4896" y="17561"/>
                  </a:lnTo>
                  <a:lnTo>
                    <a:pt x="5310" y="17780"/>
                  </a:lnTo>
                  <a:lnTo>
                    <a:pt x="5724" y="17975"/>
                  </a:lnTo>
                  <a:lnTo>
                    <a:pt x="6138" y="18121"/>
                  </a:lnTo>
                  <a:lnTo>
                    <a:pt x="6577" y="18267"/>
                  </a:lnTo>
                  <a:lnTo>
                    <a:pt x="7015" y="18413"/>
                  </a:lnTo>
                  <a:lnTo>
                    <a:pt x="7478" y="18511"/>
                  </a:lnTo>
                  <a:lnTo>
                    <a:pt x="7940" y="18584"/>
                  </a:lnTo>
                  <a:lnTo>
                    <a:pt x="8403" y="18657"/>
                  </a:lnTo>
                  <a:lnTo>
                    <a:pt x="8866" y="18681"/>
                  </a:lnTo>
                  <a:lnTo>
                    <a:pt x="9353" y="18706"/>
                  </a:lnTo>
                  <a:lnTo>
                    <a:pt x="9353" y="18706"/>
                  </a:lnTo>
                  <a:lnTo>
                    <a:pt x="9840" y="18681"/>
                  </a:lnTo>
                  <a:lnTo>
                    <a:pt x="10303" y="18657"/>
                  </a:lnTo>
                  <a:lnTo>
                    <a:pt x="10766" y="18584"/>
                  </a:lnTo>
                  <a:lnTo>
                    <a:pt x="11228" y="18511"/>
                  </a:lnTo>
                  <a:lnTo>
                    <a:pt x="11691" y="18413"/>
                  </a:lnTo>
                  <a:lnTo>
                    <a:pt x="12130" y="18267"/>
                  </a:lnTo>
                  <a:lnTo>
                    <a:pt x="12568" y="18121"/>
                  </a:lnTo>
                  <a:lnTo>
                    <a:pt x="12982" y="17975"/>
                  </a:lnTo>
                  <a:lnTo>
                    <a:pt x="13396" y="17780"/>
                  </a:lnTo>
                  <a:lnTo>
                    <a:pt x="13810" y="17561"/>
                  </a:lnTo>
                  <a:lnTo>
                    <a:pt x="14200" y="17342"/>
                  </a:lnTo>
                  <a:lnTo>
                    <a:pt x="14589" y="17098"/>
                  </a:lnTo>
                  <a:lnTo>
                    <a:pt x="14955" y="16830"/>
                  </a:lnTo>
                  <a:lnTo>
                    <a:pt x="15296" y="16562"/>
                  </a:lnTo>
                  <a:lnTo>
                    <a:pt x="15637" y="16270"/>
                  </a:lnTo>
                  <a:lnTo>
                    <a:pt x="15953" y="15953"/>
                  </a:lnTo>
                  <a:lnTo>
                    <a:pt x="16270" y="15637"/>
                  </a:lnTo>
                  <a:lnTo>
                    <a:pt x="16562" y="15296"/>
                  </a:lnTo>
                  <a:lnTo>
                    <a:pt x="16830" y="14955"/>
                  </a:lnTo>
                  <a:lnTo>
                    <a:pt x="17098" y="14590"/>
                  </a:lnTo>
                  <a:lnTo>
                    <a:pt x="17341" y="14200"/>
                  </a:lnTo>
                  <a:lnTo>
                    <a:pt x="17561" y="13810"/>
                  </a:lnTo>
                  <a:lnTo>
                    <a:pt x="17780" y="13396"/>
                  </a:lnTo>
                  <a:lnTo>
                    <a:pt x="17975" y="12982"/>
                  </a:lnTo>
                  <a:lnTo>
                    <a:pt x="18121" y="12568"/>
                  </a:lnTo>
                  <a:lnTo>
                    <a:pt x="18267" y="12130"/>
                  </a:lnTo>
                  <a:lnTo>
                    <a:pt x="18413" y="11691"/>
                  </a:lnTo>
                  <a:lnTo>
                    <a:pt x="18511" y="11229"/>
                  </a:lnTo>
                  <a:lnTo>
                    <a:pt x="18584" y="10766"/>
                  </a:lnTo>
                  <a:lnTo>
                    <a:pt x="18657" y="10303"/>
                  </a:lnTo>
                  <a:lnTo>
                    <a:pt x="18681" y="9840"/>
                  </a:lnTo>
                  <a:lnTo>
                    <a:pt x="18705" y="9353"/>
                  </a:lnTo>
                  <a:lnTo>
                    <a:pt x="18705" y="9353"/>
                  </a:lnTo>
                  <a:lnTo>
                    <a:pt x="18681" y="8866"/>
                  </a:lnTo>
                  <a:lnTo>
                    <a:pt x="18657" y="8403"/>
                  </a:lnTo>
                  <a:lnTo>
                    <a:pt x="18584" y="7941"/>
                  </a:lnTo>
                  <a:lnTo>
                    <a:pt x="18511" y="7478"/>
                  </a:lnTo>
                  <a:lnTo>
                    <a:pt x="18413" y="7015"/>
                  </a:lnTo>
                  <a:lnTo>
                    <a:pt x="18267" y="6577"/>
                  </a:lnTo>
                  <a:lnTo>
                    <a:pt x="18121" y="6138"/>
                  </a:lnTo>
                  <a:lnTo>
                    <a:pt x="17975" y="5724"/>
                  </a:lnTo>
                  <a:lnTo>
                    <a:pt x="17780" y="5310"/>
                  </a:lnTo>
                  <a:lnTo>
                    <a:pt x="17561" y="4896"/>
                  </a:lnTo>
                  <a:lnTo>
                    <a:pt x="17341" y="4507"/>
                  </a:lnTo>
                  <a:lnTo>
                    <a:pt x="17098" y="4117"/>
                  </a:lnTo>
                  <a:lnTo>
                    <a:pt x="16830" y="3752"/>
                  </a:lnTo>
                  <a:lnTo>
                    <a:pt x="16562" y="3411"/>
                  </a:lnTo>
                  <a:lnTo>
                    <a:pt x="16270" y="3070"/>
                  </a:lnTo>
                  <a:lnTo>
                    <a:pt x="15953" y="2753"/>
                  </a:lnTo>
                  <a:lnTo>
                    <a:pt x="15637" y="2436"/>
                  </a:lnTo>
                  <a:lnTo>
                    <a:pt x="15296" y="2144"/>
                  </a:lnTo>
                  <a:lnTo>
                    <a:pt x="14955" y="1876"/>
                  </a:lnTo>
                  <a:lnTo>
                    <a:pt x="14589" y="1608"/>
                  </a:lnTo>
                  <a:lnTo>
                    <a:pt x="14200" y="1365"/>
                  </a:lnTo>
                  <a:lnTo>
                    <a:pt x="13810" y="1146"/>
                  </a:lnTo>
                  <a:lnTo>
                    <a:pt x="13396" y="926"/>
                  </a:lnTo>
                  <a:lnTo>
                    <a:pt x="12982" y="732"/>
                  </a:lnTo>
                  <a:lnTo>
                    <a:pt x="12568" y="585"/>
                  </a:lnTo>
                  <a:lnTo>
                    <a:pt x="12130" y="439"/>
                  </a:lnTo>
                  <a:lnTo>
                    <a:pt x="11691" y="293"/>
                  </a:lnTo>
                  <a:lnTo>
                    <a:pt x="11228" y="196"/>
                  </a:lnTo>
                  <a:lnTo>
                    <a:pt x="10766" y="123"/>
                  </a:lnTo>
                  <a:lnTo>
                    <a:pt x="10303" y="50"/>
                  </a:lnTo>
                  <a:lnTo>
                    <a:pt x="9840" y="25"/>
                  </a:lnTo>
                  <a:lnTo>
                    <a:pt x="9353" y="1"/>
                  </a:lnTo>
                  <a:lnTo>
                    <a:pt x="9353" y="1"/>
                  </a:lnTo>
                </a:path>
              </a:pathLst>
            </a:custGeom>
            <a:ln>
              <a:headEnd type="none" w="med" len="med"/>
              <a:tailEnd type="none" w="med" len="med"/>
            </a:ln>
          </p:spPr>
          <p:style>
            <a:lnRef idx="1">
              <a:schemeClr val="dk1"/>
            </a:lnRef>
            <a:fillRef idx="0">
              <a:schemeClr val="dk1"/>
            </a:fillRef>
            <a:effectRef idx="0">
              <a:schemeClr val="dk1"/>
            </a:effectRef>
            <a:fontRef idx="minor">
              <a:schemeClr val="tx1"/>
            </a:fontRef>
          </p:style>
          <p:txBody>
            <a:bodyPr lIns="91425" tIns="91425" rIns="91425" bIns="91425" anchor="ctr" anchorCtr="0">
              <a:noAutofit/>
            </a:bodyPr>
            <a:lstStyle/>
            <a:p>
              <a:endParaRPr/>
            </a:p>
          </p:txBody>
        </p:sp>
        <p:sp>
          <p:nvSpPr>
            <p:cNvPr id="11" name="Shape 2041"/>
            <p:cNvSpPr/>
            <p:nvPr/>
          </p:nvSpPr>
          <p:spPr>
            <a:xfrm>
              <a:off x="6211975" y="3753150"/>
              <a:ext cx="19525" cy="18900"/>
            </a:xfrm>
            <a:custGeom>
              <a:avLst/>
              <a:gdLst/>
              <a:ahLst/>
              <a:cxnLst/>
              <a:rect l="0" t="0" r="0" b="0"/>
              <a:pathLst>
                <a:path w="781" h="756" fill="none" extrusionOk="0">
                  <a:moveTo>
                    <a:pt x="585" y="0"/>
                  </a:moveTo>
                  <a:lnTo>
                    <a:pt x="585" y="0"/>
                  </a:lnTo>
                  <a:lnTo>
                    <a:pt x="658" y="24"/>
                  </a:lnTo>
                  <a:lnTo>
                    <a:pt x="707" y="49"/>
                  </a:lnTo>
                  <a:lnTo>
                    <a:pt x="756" y="122"/>
                  </a:lnTo>
                  <a:lnTo>
                    <a:pt x="780" y="195"/>
                  </a:lnTo>
                  <a:lnTo>
                    <a:pt x="780" y="195"/>
                  </a:lnTo>
                  <a:lnTo>
                    <a:pt x="756" y="268"/>
                  </a:lnTo>
                  <a:lnTo>
                    <a:pt x="707" y="390"/>
                  </a:lnTo>
                  <a:lnTo>
                    <a:pt x="658" y="487"/>
                  </a:lnTo>
                  <a:lnTo>
                    <a:pt x="585" y="560"/>
                  </a:lnTo>
                  <a:lnTo>
                    <a:pt x="585" y="560"/>
                  </a:lnTo>
                  <a:lnTo>
                    <a:pt x="488" y="633"/>
                  </a:lnTo>
                  <a:lnTo>
                    <a:pt x="390" y="706"/>
                  </a:lnTo>
                  <a:lnTo>
                    <a:pt x="293" y="755"/>
                  </a:lnTo>
                  <a:lnTo>
                    <a:pt x="196" y="755"/>
                  </a:lnTo>
                  <a:lnTo>
                    <a:pt x="196" y="755"/>
                  </a:lnTo>
                  <a:lnTo>
                    <a:pt x="122" y="755"/>
                  </a:lnTo>
                  <a:lnTo>
                    <a:pt x="74" y="706"/>
                  </a:lnTo>
                  <a:lnTo>
                    <a:pt x="25" y="633"/>
                  </a:lnTo>
                  <a:lnTo>
                    <a:pt x="1" y="560"/>
                  </a:lnTo>
                  <a:lnTo>
                    <a:pt x="1" y="560"/>
                  </a:lnTo>
                  <a:lnTo>
                    <a:pt x="25" y="487"/>
                  </a:lnTo>
                  <a:lnTo>
                    <a:pt x="74" y="390"/>
                  </a:lnTo>
                  <a:lnTo>
                    <a:pt x="122" y="268"/>
                  </a:lnTo>
                  <a:lnTo>
                    <a:pt x="196" y="195"/>
                  </a:lnTo>
                  <a:lnTo>
                    <a:pt x="196" y="195"/>
                  </a:lnTo>
                  <a:lnTo>
                    <a:pt x="293" y="122"/>
                  </a:lnTo>
                  <a:lnTo>
                    <a:pt x="390" y="49"/>
                  </a:lnTo>
                  <a:lnTo>
                    <a:pt x="488" y="24"/>
                  </a:lnTo>
                  <a:lnTo>
                    <a:pt x="585" y="0"/>
                  </a:lnTo>
                  <a:lnTo>
                    <a:pt x="585" y="0"/>
                  </a:lnTo>
                </a:path>
              </a:pathLst>
            </a:custGeom>
            <a:ln>
              <a:headEnd type="none" w="med" len="med"/>
              <a:tailEnd type="none" w="med" len="med"/>
            </a:ln>
          </p:spPr>
          <p:style>
            <a:lnRef idx="1">
              <a:schemeClr val="dk1"/>
            </a:lnRef>
            <a:fillRef idx="0">
              <a:schemeClr val="dk1"/>
            </a:fillRef>
            <a:effectRef idx="0">
              <a:schemeClr val="dk1"/>
            </a:effectRef>
            <a:fontRef idx="minor">
              <a:schemeClr val="tx1"/>
            </a:fontRef>
          </p:style>
          <p:txBody>
            <a:bodyPr lIns="91425" tIns="91425" rIns="91425" bIns="91425" anchor="ctr" anchorCtr="0">
              <a:noAutofit/>
            </a:bodyPr>
            <a:lstStyle/>
            <a:p>
              <a:endParaRPr/>
            </a:p>
          </p:txBody>
        </p:sp>
        <p:sp>
          <p:nvSpPr>
            <p:cNvPr id="12" name="Shape 2042"/>
            <p:cNvSpPr/>
            <p:nvPr/>
          </p:nvSpPr>
          <p:spPr>
            <a:xfrm>
              <a:off x="5943475" y="3695900"/>
              <a:ext cx="177800" cy="351350"/>
            </a:xfrm>
            <a:custGeom>
              <a:avLst/>
              <a:gdLst/>
              <a:ahLst/>
              <a:cxnLst/>
              <a:rect l="0" t="0" r="0" b="0"/>
              <a:pathLst>
                <a:path w="7112" h="14054" fill="none" extrusionOk="0">
                  <a:moveTo>
                    <a:pt x="2582" y="780"/>
                  </a:moveTo>
                  <a:lnTo>
                    <a:pt x="2582" y="780"/>
                  </a:lnTo>
                  <a:lnTo>
                    <a:pt x="2752" y="780"/>
                  </a:lnTo>
                  <a:lnTo>
                    <a:pt x="2752" y="780"/>
                  </a:lnTo>
                  <a:lnTo>
                    <a:pt x="2996" y="780"/>
                  </a:lnTo>
                  <a:lnTo>
                    <a:pt x="3215" y="829"/>
                  </a:lnTo>
                  <a:lnTo>
                    <a:pt x="3386" y="878"/>
                  </a:lnTo>
                  <a:lnTo>
                    <a:pt x="3507" y="951"/>
                  </a:lnTo>
                  <a:lnTo>
                    <a:pt x="3507" y="951"/>
                  </a:lnTo>
                  <a:lnTo>
                    <a:pt x="3605" y="1024"/>
                  </a:lnTo>
                  <a:lnTo>
                    <a:pt x="3702" y="1048"/>
                  </a:lnTo>
                  <a:lnTo>
                    <a:pt x="3800" y="1024"/>
                  </a:lnTo>
                  <a:lnTo>
                    <a:pt x="3897" y="951"/>
                  </a:lnTo>
                  <a:lnTo>
                    <a:pt x="3897" y="951"/>
                  </a:lnTo>
                  <a:lnTo>
                    <a:pt x="3970" y="878"/>
                  </a:lnTo>
                  <a:lnTo>
                    <a:pt x="4092" y="829"/>
                  </a:lnTo>
                  <a:lnTo>
                    <a:pt x="4189" y="780"/>
                  </a:lnTo>
                  <a:lnTo>
                    <a:pt x="4262" y="780"/>
                  </a:lnTo>
                  <a:lnTo>
                    <a:pt x="4262" y="780"/>
                  </a:lnTo>
                  <a:lnTo>
                    <a:pt x="4384" y="731"/>
                  </a:lnTo>
                  <a:lnTo>
                    <a:pt x="4506" y="658"/>
                  </a:lnTo>
                  <a:lnTo>
                    <a:pt x="4676" y="537"/>
                  </a:lnTo>
                  <a:lnTo>
                    <a:pt x="4847" y="390"/>
                  </a:lnTo>
                  <a:lnTo>
                    <a:pt x="4847" y="390"/>
                  </a:lnTo>
                  <a:lnTo>
                    <a:pt x="5042" y="244"/>
                  </a:lnTo>
                  <a:lnTo>
                    <a:pt x="5285" y="123"/>
                  </a:lnTo>
                  <a:lnTo>
                    <a:pt x="5529" y="49"/>
                  </a:lnTo>
                  <a:lnTo>
                    <a:pt x="5797" y="1"/>
                  </a:lnTo>
                  <a:lnTo>
                    <a:pt x="5797" y="1"/>
                  </a:lnTo>
                  <a:lnTo>
                    <a:pt x="5894" y="25"/>
                  </a:lnTo>
                  <a:lnTo>
                    <a:pt x="5992" y="49"/>
                  </a:lnTo>
                  <a:lnTo>
                    <a:pt x="6040" y="74"/>
                  </a:lnTo>
                  <a:lnTo>
                    <a:pt x="6089" y="123"/>
                  </a:lnTo>
                  <a:lnTo>
                    <a:pt x="6089" y="171"/>
                  </a:lnTo>
                  <a:lnTo>
                    <a:pt x="6089" y="244"/>
                  </a:lnTo>
                  <a:lnTo>
                    <a:pt x="6040" y="317"/>
                  </a:lnTo>
                  <a:lnTo>
                    <a:pt x="5992" y="390"/>
                  </a:lnTo>
                  <a:lnTo>
                    <a:pt x="5992" y="390"/>
                  </a:lnTo>
                  <a:lnTo>
                    <a:pt x="5845" y="561"/>
                  </a:lnTo>
                  <a:lnTo>
                    <a:pt x="5772" y="707"/>
                  </a:lnTo>
                  <a:lnTo>
                    <a:pt x="5748" y="853"/>
                  </a:lnTo>
                  <a:lnTo>
                    <a:pt x="5772" y="926"/>
                  </a:lnTo>
                  <a:lnTo>
                    <a:pt x="5797" y="951"/>
                  </a:lnTo>
                  <a:lnTo>
                    <a:pt x="5797" y="951"/>
                  </a:lnTo>
                  <a:lnTo>
                    <a:pt x="5870" y="1048"/>
                  </a:lnTo>
                  <a:lnTo>
                    <a:pt x="5918" y="1145"/>
                  </a:lnTo>
                  <a:lnTo>
                    <a:pt x="5967" y="1243"/>
                  </a:lnTo>
                  <a:lnTo>
                    <a:pt x="5992" y="1340"/>
                  </a:lnTo>
                  <a:lnTo>
                    <a:pt x="5992" y="1340"/>
                  </a:lnTo>
                  <a:lnTo>
                    <a:pt x="5967" y="1438"/>
                  </a:lnTo>
                  <a:lnTo>
                    <a:pt x="5918" y="1535"/>
                  </a:lnTo>
                  <a:lnTo>
                    <a:pt x="5870" y="1633"/>
                  </a:lnTo>
                  <a:lnTo>
                    <a:pt x="5797" y="1730"/>
                  </a:lnTo>
                  <a:lnTo>
                    <a:pt x="5797" y="1730"/>
                  </a:lnTo>
                  <a:lnTo>
                    <a:pt x="5748" y="1754"/>
                  </a:lnTo>
                  <a:lnTo>
                    <a:pt x="5699" y="1754"/>
                  </a:lnTo>
                  <a:lnTo>
                    <a:pt x="5553" y="1754"/>
                  </a:lnTo>
                  <a:lnTo>
                    <a:pt x="5383" y="1657"/>
                  </a:lnTo>
                  <a:lnTo>
                    <a:pt x="5212" y="1535"/>
                  </a:lnTo>
                  <a:lnTo>
                    <a:pt x="5212" y="1535"/>
                  </a:lnTo>
                  <a:lnTo>
                    <a:pt x="5066" y="1389"/>
                  </a:lnTo>
                  <a:lnTo>
                    <a:pt x="4896" y="1316"/>
                  </a:lnTo>
                  <a:lnTo>
                    <a:pt x="4749" y="1292"/>
                  </a:lnTo>
                  <a:lnTo>
                    <a:pt x="4701" y="1316"/>
                  </a:lnTo>
                  <a:lnTo>
                    <a:pt x="4652" y="1340"/>
                  </a:lnTo>
                  <a:lnTo>
                    <a:pt x="4652" y="1340"/>
                  </a:lnTo>
                  <a:lnTo>
                    <a:pt x="4555" y="1413"/>
                  </a:lnTo>
                  <a:lnTo>
                    <a:pt x="4457" y="1486"/>
                  </a:lnTo>
                  <a:lnTo>
                    <a:pt x="4360" y="1511"/>
                  </a:lnTo>
                  <a:lnTo>
                    <a:pt x="4262" y="1535"/>
                  </a:lnTo>
                  <a:lnTo>
                    <a:pt x="4262" y="1535"/>
                  </a:lnTo>
                  <a:lnTo>
                    <a:pt x="4116" y="1559"/>
                  </a:lnTo>
                  <a:lnTo>
                    <a:pt x="4043" y="1584"/>
                  </a:lnTo>
                  <a:lnTo>
                    <a:pt x="3994" y="1633"/>
                  </a:lnTo>
                  <a:lnTo>
                    <a:pt x="3994" y="1633"/>
                  </a:lnTo>
                  <a:lnTo>
                    <a:pt x="3946" y="1657"/>
                  </a:lnTo>
                  <a:lnTo>
                    <a:pt x="3873" y="1681"/>
                  </a:lnTo>
                  <a:lnTo>
                    <a:pt x="3702" y="1730"/>
                  </a:lnTo>
                  <a:lnTo>
                    <a:pt x="3702" y="1730"/>
                  </a:lnTo>
                  <a:lnTo>
                    <a:pt x="3605" y="1730"/>
                  </a:lnTo>
                  <a:lnTo>
                    <a:pt x="3507" y="1779"/>
                  </a:lnTo>
                  <a:lnTo>
                    <a:pt x="3410" y="1827"/>
                  </a:lnTo>
                  <a:lnTo>
                    <a:pt x="3312" y="1900"/>
                  </a:lnTo>
                  <a:lnTo>
                    <a:pt x="3312" y="1900"/>
                  </a:lnTo>
                  <a:lnTo>
                    <a:pt x="3288" y="1949"/>
                  </a:lnTo>
                  <a:lnTo>
                    <a:pt x="3288" y="2022"/>
                  </a:lnTo>
                  <a:lnTo>
                    <a:pt x="3288" y="2144"/>
                  </a:lnTo>
                  <a:lnTo>
                    <a:pt x="3386" y="2314"/>
                  </a:lnTo>
                  <a:lnTo>
                    <a:pt x="3507" y="2485"/>
                  </a:lnTo>
                  <a:lnTo>
                    <a:pt x="3507" y="2485"/>
                  </a:lnTo>
                  <a:lnTo>
                    <a:pt x="3605" y="2558"/>
                  </a:lnTo>
                  <a:lnTo>
                    <a:pt x="3702" y="2582"/>
                  </a:lnTo>
                  <a:lnTo>
                    <a:pt x="3800" y="2607"/>
                  </a:lnTo>
                  <a:lnTo>
                    <a:pt x="3921" y="2607"/>
                  </a:lnTo>
                  <a:lnTo>
                    <a:pt x="4043" y="2582"/>
                  </a:lnTo>
                  <a:lnTo>
                    <a:pt x="4141" y="2534"/>
                  </a:lnTo>
                  <a:lnTo>
                    <a:pt x="4262" y="2461"/>
                  </a:lnTo>
                  <a:lnTo>
                    <a:pt x="4360" y="2388"/>
                  </a:lnTo>
                  <a:lnTo>
                    <a:pt x="4360" y="2388"/>
                  </a:lnTo>
                  <a:lnTo>
                    <a:pt x="4555" y="2193"/>
                  </a:lnTo>
                  <a:lnTo>
                    <a:pt x="4749" y="2047"/>
                  </a:lnTo>
                  <a:lnTo>
                    <a:pt x="4920" y="1949"/>
                  </a:lnTo>
                  <a:lnTo>
                    <a:pt x="5042" y="1900"/>
                  </a:lnTo>
                  <a:lnTo>
                    <a:pt x="5042" y="1900"/>
                  </a:lnTo>
                  <a:lnTo>
                    <a:pt x="5115" y="1925"/>
                  </a:lnTo>
                  <a:lnTo>
                    <a:pt x="5163" y="1974"/>
                  </a:lnTo>
                  <a:lnTo>
                    <a:pt x="5212" y="2022"/>
                  </a:lnTo>
                  <a:lnTo>
                    <a:pt x="5212" y="2095"/>
                  </a:lnTo>
                  <a:lnTo>
                    <a:pt x="5212" y="2095"/>
                  </a:lnTo>
                  <a:lnTo>
                    <a:pt x="5236" y="2168"/>
                  </a:lnTo>
                  <a:lnTo>
                    <a:pt x="5285" y="2241"/>
                  </a:lnTo>
                  <a:lnTo>
                    <a:pt x="5334" y="2266"/>
                  </a:lnTo>
                  <a:lnTo>
                    <a:pt x="5407" y="2290"/>
                  </a:lnTo>
                  <a:lnTo>
                    <a:pt x="5407" y="2290"/>
                  </a:lnTo>
                  <a:lnTo>
                    <a:pt x="5504" y="2314"/>
                  </a:lnTo>
                  <a:lnTo>
                    <a:pt x="5602" y="2339"/>
                  </a:lnTo>
                  <a:lnTo>
                    <a:pt x="5699" y="2412"/>
                  </a:lnTo>
                  <a:lnTo>
                    <a:pt x="5797" y="2485"/>
                  </a:lnTo>
                  <a:lnTo>
                    <a:pt x="5797" y="2485"/>
                  </a:lnTo>
                  <a:lnTo>
                    <a:pt x="5845" y="2558"/>
                  </a:lnTo>
                  <a:lnTo>
                    <a:pt x="5870" y="2680"/>
                  </a:lnTo>
                  <a:lnTo>
                    <a:pt x="5845" y="2777"/>
                  </a:lnTo>
                  <a:lnTo>
                    <a:pt x="5797" y="2850"/>
                  </a:lnTo>
                  <a:lnTo>
                    <a:pt x="5797" y="2850"/>
                  </a:lnTo>
                  <a:lnTo>
                    <a:pt x="5699" y="2923"/>
                  </a:lnTo>
                  <a:lnTo>
                    <a:pt x="5602" y="2996"/>
                  </a:lnTo>
                  <a:lnTo>
                    <a:pt x="5504" y="3045"/>
                  </a:lnTo>
                  <a:lnTo>
                    <a:pt x="5407" y="3045"/>
                  </a:lnTo>
                  <a:lnTo>
                    <a:pt x="5407" y="3045"/>
                  </a:lnTo>
                  <a:lnTo>
                    <a:pt x="5310" y="3069"/>
                  </a:lnTo>
                  <a:lnTo>
                    <a:pt x="5163" y="3167"/>
                  </a:lnTo>
                  <a:lnTo>
                    <a:pt x="4993" y="3289"/>
                  </a:lnTo>
                  <a:lnTo>
                    <a:pt x="4847" y="3435"/>
                  </a:lnTo>
                  <a:lnTo>
                    <a:pt x="4847" y="3435"/>
                  </a:lnTo>
                  <a:lnTo>
                    <a:pt x="4676" y="3581"/>
                  </a:lnTo>
                  <a:lnTo>
                    <a:pt x="4506" y="3703"/>
                  </a:lnTo>
                  <a:lnTo>
                    <a:pt x="4384" y="3776"/>
                  </a:lnTo>
                  <a:lnTo>
                    <a:pt x="4262" y="3800"/>
                  </a:lnTo>
                  <a:lnTo>
                    <a:pt x="4262" y="3800"/>
                  </a:lnTo>
                  <a:lnTo>
                    <a:pt x="4141" y="3849"/>
                  </a:lnTo>
                  <a:lnTo>
                    <a:pt x="3970" y="3971"/>
                  </a:lnTo>
                  <a:lnTo>
                    <a:pt x="3726" y="4165"/>
                  </a:lnTo>
                  <a:lnTo>
                    <a:pt x="3483" y="4409"/>
                  </a:lnTo>
                  <a:lnTo>
                    <a:pt x="3142" y="4750"/>
                  </a:lnTo>
                  <a:lnTo>
                    <a:pt x="3142" y="4750"/>
                  </a:lnTo>
                  <a:lnTo>
                    <a:pt x="3020" y="4847"/>
                  </a:lnTo>
                  <a:lnTo>
                    <a:pt x="2874" y="4969"/>
                  </a:lnTo>
                  <a:lnTo>
                    <a:pt x="2557" y="5164"/>
                  </a:lnTo>
                  <a:lnTo>
                    <a:pt x="2265" y="5286"/>
                  </a:lnTo>
                  <a:lnTo>
                    <a:pt x="2119" y="5310"/>
                  </a:lnTo>
                  <a:lnTo>
                    <a:pt x="1997" y="5335"/>
                  </a:lnTo>
                  <a:lnTo>
                    <a:pt x="1997" y="5335"/>
                  </a:lnTo>
                  <a:lnTo>
                    <a:pt x="1754" y="5335"/>
                  </a:lnTo>
                  <a:lnTo>
                    <a:pt x="1535" y="5383"/>
                  </a:lnTo>
                  <a:lnTo>
                    <a:pt x="1364" y="5456"/>
                  </a:lnTo>
                  <a:lnTo>
                    <a:pt x="1242" y="5529"/>
                  </a:lnTo>
                  <a:lnTo>
                    <a:pt x="1242" y="5529"/>
                  </a:lnTo>
                  <a:lnTo>
                    <a:pt x="1169" y="5602"/>
                  </a:lnTo>
                  <a:lnTo>
                    <a:pt x="1096" y="5700"/>
                  </a:lnTo>
                  <a:lnTo>
                    <a:pt x="1047" y="5797"/>
                  </a:lnTo>
                  <a:lnTo>
                    <a:pt x="1047" y="5895"/>
                  </a:lnTo>
                  <a:lnTo>
                    <a:pt x="1047" y="5895"/>
                  </a:lnTo>
                  <a:lnTo>
                    <a:pt x="1047" y="5992"/>
                  </a:lnTo>
                  <a:lnTo>
                    <a:pt x="1096" y="6090"/>
                  </a:lnTo>
                  <a:lnTo>
                    <a:pt x="1169" y="6187"/>
                  </a:lnTo>
                  <a:lnTo>
                    <a:pt x="1242" y="6284"/>
                  </a:lnTo>
                  <a:lnTo>
                    <a:pt x="1242" y="6284"/>
                  </a:lnTo>
                  <a:lnTo>
                    <a:pt x="1315" y="6357"/>
                  </a:lnTo>
                  <a:lnTo>
                    <a:pt x="1413" y="6406"/>
                  </a:lnTo>
                  <a:lnTo>
                    <a:pt x="1535" y="6455"/>
                  </a:lnTo>
                  <a:lnTo>
                    <a:pt x="1608" y="6455"/>
                  </a:lnTo>
                  <a:lnTo>
                    <a:pt x="1608" y="6455"/>
                  </a:lnTo>
                  <a:lnTo>
                    <a:pt x="1729" y="6504"/>
                  </a:lnTo>
                  <a:lnTo>
                    <a:pt x="1876" y="6601"/>
                  </a:lnTo>
                  <a:lnTo>
                    <a:pt x="2070" y="6747"/>
                  </a:lnTo>
                  <a:lnTo>
                    <a:pt x="2290" y="6942"/>
                  </a:lnTo>
                  <a:lnTo>
                    <a:pt x="2290" y="6942"/>
                  </a:lnTo>
                  <a:lnTo>
                    <a:pt x="2484" y="7137"/>
                  </a:lnTo>
                  <a:lnTo>
                    <a:pt x="2679" y="7283"/>
                  </a:lnTo>
                  <a:lnTo>
                    <a:pt x="2825" y="7380"/>
                  </a:lnTo>
                  <a:lnTo>
                    <a:pt x="2947" y="7405"/>
                  </a:lnTo>
                  <a:lnTo>
                    <a:pt x="2947" y="7405"/>
                  </a:lnTo>
                  <a:lnTo>
                    <a:pt x="3093" y="7380"/>
                  </a:lnTo>
                  <a:lnTo>
                    <a:pt x="3166" y="7356"/>
                  </a:lnTo>
                  <a:lnTo>
                    <a:pt x="3239" y="7332"/>
                  </a:lnTo>
                  <a:lnTo>
                    <a:pt x="3239" y="7332"/>
                  </a:lnTo>
                  <a:lnTo>
                    <a:pt x="3288" y="7283"/>
                  </a:lnTo>
                  <a:lnTo>
                    <a:pt x="3410" y="7259"/>
                  </a:lnTo>
                  <a:lnTo>
                    <a:pt x="3556" y="7234"/>
                  </a:lnTo>
                  <a:lnTo>
                    <a:pt x="3702" y="7234"/>
                  </a:lnTo>
                  <a:lnTo>
                    <a:pt x="3702" y="7234"/>
                  </a:lnTo>
                  <a:lnTo>
                    <a:pt x="3873" y="7234"/>
                  </a:lnTo>
                  <a:lnTo>
                    <a:pt x="4019" y="7283"/>
                  </a:lnTo>
                  <a:lnTo>
                    <a:pt x="4165" y="7332"/>
                  </a:lnTo>
                  <a:lnTo>
                    <a:pt x="4262" y="7429"/>
                  </a:lnTo>
                  <a:lnTo>
                    <a:pt x="4262" y="7429"/>
                  </a:lnTo>
                  <a:lnTo>
                    <a:pt x="4360" y="7502"/>
                  </a:lnTo>
                  <a:lnTo>
                    <a:pt x="4457" y="7551"/>
                  </a:lnTo>
                  <a:lnTo>
                    <a:pt x="4555" y="7600"/>
                  </a:lnTo>
                  <a:lnTo>
                    <a:pt x="4652" y="7600"/>
                  </a:lnTo>
                  <a:lnTo>
                    <a:pt x="4652" y="7600"/>
                  </a:lnTo>
                  <a:lnTo>
                    <a:pt x="4749" y="7648"/>
                  </a:lnTo>
                  <a:lnTo>
                    <a:pt x="4896" y="7721"/>
                  </a:lnTo>
                  <a:lnTo>
                    <a:pt x="5066" y="7843"/>
                  </a:lnTo>
                  <a:lnTo>
                    <a:pt x="5212" y="7989"/>
                  </a:lnTo>
                  <a:lnTo>
                    <a:pt x="5212" y="7989"/>
                  </a:lnTo>
                  <a:lnTo>
                    <a:pt x="5383" y="8135"/>
                  </a:lnTo>
                  <a:lnTo>
                    <a:pt x="5553" y="8257"/>
                  </a:lnTo>
                  <a:lnTo>
                    <a:pt x="5699" y="8330"/>
                  </a:lnTo>
                  <a:lnTo>
                    <a:pt x="5797" y="8355"/>
                  </a:lnTo>
                  <a:lnTo>
                    <a:pt x="5797" y="8355"/>
                  </a:lnTo>
                  <a:lnTo>
                    <a:pt x="5870" y="8379"/>
                  </a:lnTo>
                  <a:lnTo>
                    <a:pt x="5992" y="8428"/>
                  </a:lnTo>
                  <a:lnTo>
                    <a:pt x="6089" y="8476"/>
                  </a:lnTo>
                  <a:lnTo>
                    <a:pt x="6162" y="8549"/>
                  </a:lnTo>
                  <a:lnTo>
                    <a:pt x="6162" y="8549"/>
                  </a:lnTo>
                  <a:lnTo>
                    <a:pt x="6259" y="8622"/>
                  </a:lnTo>
                  <a:lnTo>
                    <a:pt x="6357" y="8695"/>
                  </a:lnTo>
                  <a:lnTo>
                    <a:pt x="6454" y="8720"/>
                  </a:lnTo>
                  <a:lnTo>
                    <a:pt x="6552" y="8744"/>
                  </a:lnTo>
                  <a:lnTo>
                    <a:pt x="6552" y="8744"/>
                  </a:lnTo>
                  <a:lnTo>
                    <a:pt x="6649" y="8769"/>
                  </a:lnTo>
                  <a:lnTo>
                    <a:pt x="6747" y="8793"/>
                  </a:lnTo>
                  <a:lnTo>
                    <a:pt x="6844" y="8866"/>
                  </a:lnTo>
                  <a:lnTo>
                    <a:pt x="6941" y="8939"/>
                  </a:lnTo>
                  <a:lnTo>
                    <a:pt x="6941" y="8939"/>
                  </a:lnTo>
                  <a:lnTo>
                    <a:pt x="7014" y="9036"/>
                  </a:lnTo>
                  <a:lnTo>
                    <a:pt x="7063" y="9134"/>
                  </a:lnTo>
                  <a:lnTo>
                    <a:pt x="7112" y="9231"/>
                  </a:lnTo>
                  <a:lnTo>
                    <a:pt x="7112" y="9304"/>
                  </a:lnTo>
                  <a:lnTo>
                    <a:pt x="7112" y="9304"/>
                  </a:lnTo>
                  <a:lnTo>
                    <a:pt x="7112" y="9402"/>
                  </a:lnTo>
                  <a:lnTo>
                    <a:pt x="7063" y="9499"/>
                  </a:lnTo>
                  <a:lnTo>
                    <a:pt x="7014" y="9597"/>
                  </a:lnTo>
                  <a:lnTo>
                    <a:pt x="6941" y="9694"/>
                  </a:lnTo>
                  <a:lnTo>
                    <a:pt x="6941" y="9694"/>
                  </a:lnTo>
                  <a:lnTo>
                    <a:pt x="6868" y="9791"/>
                  </a:lnTo>
                  <a:lnTo>
                    <a:pt x="6795" y="9889"/>
                  </a:lnTo>
                  <a:lnTo>
                    <a:pt x="6747" y="9986"/>
                  </a:lnTo>
                  <a:lnTo>
                    <a:pt x="6747" y="10084"/>
                  </a:lnTo>
                  <a:lnTo>
                    <a:pt x="6747" y="10084"/>
                  </a:lnTo>
                  <a:lnTo>
                    <a:pt x="6722" y="10181"/>
                  </a:lnTo>
                  <a:lnTo>
                    <a:pt x="6625" y="10327"/>
                  </a:lnTo>
                  <a:lnTo>
                    <a:pt x="6503" y="10473"/>
                  </a:lnTo>
                  <a:lnTo>
                    <a:pt x="6357" y="10644"/>
                  </a:lnTo>
                  <a:lnTo>
                    <a:pt x="6357" y="10644"/>
                  </a:lnTo>
                  <a:lnTo>
                    <a:pt x="6211" y="10814"/>
                  </a:lnTo>
                  <a:lnTo>
                    <a:pt x="6089" y="10961"/>
                  </a:lnTo>
                  <a:lnTo>
                    <a:pt x="6016" y="11107"/>
                  </a:lnTo>
                  <a:lnTo>
                    <a:pt x="5992" y="11204"/>
                  </a:lnTo>
                  <a:lnTo>
                    <a:pt x="5992" y="11204"/>
                  </a:lnTo>
                  <a:lnTo>
                    <a:pt x="5943" y="11326"/>
                  </a:lnTo>
                  <a:lnTo>
                    <a:pt x="5870" y="11472"/>
                  </a:lnTo>
                  <a:lnTo>
                    <a:pt x="5748" y="11618"/>
                  </a:lnTo>
                  <a:lnTo>
                    <a:pt x="5602" y="11789"/>
                  </a:lnTo>
                  <a:lnTo>
                    <a:pt x="5602" y="11789"/>
                  </a:lnTo>
                  <a:lnTo>
                    <a:pt x="5456" y="11935"/>
                  </a:lnTo>
                  <a:lnTo>
                    <a:pt x="5334" y="12105"/>
                  </a:lnTo>
                  <a:lnTo>
                    <a:pt x="5261" y="12251"/>
                  </a:lnTo>
                  <a:lnTo>
                    <a:pt x="5212" y="12349"/>
                  </a:lnTo>
                  <a:lnTo>
                    <a:pt x="5212" y="12349"/>
                  </a:lnTo>
                  <a:lnTo>
                    <a:pt x="5188" y="12446"/>
                  </a:lnTo>
                  <a:lnTo>
                    <a:pt x="5139" y="12568"/>
                  </a:lnTo>
                  <a:lnTo>
                    <a:pt x="5042" y="12714"/>
                  </a:lnTo>
                  <a:lnTo>
                    <a:pt x="4944" y="12836"/>
                  </a:lnTo>
                  <a:lnTo>
                    <a:pt x="4944" y="12836"/>
                  </a:lnTo>
                  <a:lnTo>
                    <a:pt x="4822" y="12958"/>
                  </a:lnTo>
                  <a:lnTo>
                    <a:pt x="4725" y="13079"/>
                  </a:lnTo>
                  <a:lnTo>
                    <a:pt x="4676" y="13201"/>
                  </a:lnTo>
                  <a:lnTo>
                    <a:pt x="4652" y="13299"/>
                  </a:lnTo>
                  <a:lnTo>
                    <a:pt x="4652" y="13299"/>
                  </a:lnTo>
                  <a:lnTo>
                    <a:pt x="4676" y="13469"/>
                  </a:lnTo>
                  <a:lnTo>
                    <a:pt x="4701" y="13542"/>
                  </a:lnTo>
                  <a:lnTo>
                    <a:pt x="4749" y="13591"/>
                  </a:lnTo>
                  <a:lnTo>
                    <a:pt x="4749" y="13591"/>
                  </a:lnTo>
                  <a:lnTo>
                    <a:pt x="4774" y="13640"/>
                  </a:lnTo>
                  <a:lnTo>
                    <a:pt x="4822" y="13713"/>
                  </a:lnTo>
                  <a:lnTo>
                    <a:pt x="4847" y="13883"/>
                  </a:lnTo>
                  <a:lnTo>
                    <a:pt x="4847" y="13883"/>
                  </a:lnTo>
                  <a:lnTo>
                    <a:pt x="4822" y="13956"/>
                  </a:lnTo>
                  <a:lnTo>
                    <a:pt x="4774" y="14005"/>
                  </a:lnTo>
                  <a:lnTo>
                    <a:pt x="4725" y="14054"/>
                  </a:lnTo>
                  <a:lnTo>
                    <a:pt x="4652" y="14054"/>
                  </a:lnTo>
                  <a:lnTo>
                    <a:pt x="4652" y="14054"/>
                  </a:lnTo>
                  <a:lnTo>
                    <a:pt x="4555" y="14054"/>
                  </a:lnTo>
                  <a:lnTo>
                    <a:pt x="4457" y="14005"/>
                  </a:lnTo>
                  <a:lnTo>
                    <a:pt x="4360" y="13956"/>
                  </a:lnTo>
                  <a:lnTo>
                    <a:pt x="4262" y="13883"/>
                  </a:lnTo>
                  <a:lnTo>
                    <a:pt x="4262" y="13883"/>
                  </a:lnTo>
                  <a:lnTo>
                    <a:pt x="4189" y="13761"/>
                  </a:lnTo>
                  <a:lnTo>
                    <a:pt x="4141" y="13615"/>
                  </a:lnTo>
                  <a:lnTo>
                    <a:pt x="4092" y="13469"/>
                  </a:lnTo>
                  <a:lnTo>
                    <a:pt x="4092" y="13299"/>
                  </a:lnTo>
                  <a:lnTo>
                    <a:pt x="4092" y="13299"/>
                  </a:lnTo>
                  <a:lnTo>
                    <a:pt x="4067" y="13152"/>
                  </a:lnTo>
                  <a:lnTo>
                    <a:pt x="4019" y="12982"/>
                  </a:lnTo>
                  <a:lnTo>
                    <a:pt x="3970" y="12836"/>
                  </a:lnTo>
                  <a:lnTo>
                    <a:pt x="3897" y="12738"/>
                  </a:lnTo>
                  <a:lnTo>
                    <a:pt x="3897" y="12738"/>
                  </a:lnTo>
                  <a:lnTo>
                    <a:pt x="3848" y="12690"/>
                  </a:lnTo>
                  <a:lnTo>
                    <a:pt x="3824" y="12592"/>
                  </a:lnTo>
                  <a:lnTo>
                    <a:pt x="3751" y="12349"/>
                  </a:lnTo>
                  <a:lnTo>
                    <a:pt x="3726" y="12056"/>
                  </a:lnTo>
                  <a:lnTo>
                    <a:pt x="3702" y="11716"/>
                  </a:lnTo>
                  <a:lnTo>
                    <a:pt x="3702" y="11472"/>
                  </a:lnTo>
                  <a:lnTo>
                    <a:pt x="3702" y="11472"/>
                  </a:lnTo>
                  <a:lnTo>
                    <a:pt x="3702" y="11301"/>
                  </a:lnTo>
                  <a:lnTo>
                    <a:pt x="3653" y="11107"/>
                  </a:lnTo>
                  <a:lnTo>
                    <a:pt x="3629" y="10936"/>
                  </a:lnTo>
                  <a:lnTo>
                    <a:pt x="3556" y="10741"/>
                  </a:lnTo>
                  <a:lnTo>
                    <a:pt x="3483" y="10571"/>
                  </a:lnTo>
                  <a:lnTo>
                    <a:pt x="3410" y="10425"/>
                  </a:lnTo>
                  <a:lnTo>
                    <a:pt x="3312" y="10279"/>
                  </a:lnTo>
                  <a:lnTo>
                    <a:pt x="3239" y="10181"/>
                  </a:lnTo>
                  <a:lnTo>
                    <a:pt x="3239" y="10181"/>
                  </a:lnTo>
                  <a:lnTo>
                    <a:pt x="3045" y="9962"/>
                  </a:lnTo>
                  <a:lnTo>
                    <a:pt x="2898" y="9767"/>
                  </a:lnTo>
                  <a:lnTo>
                    <a:pt x="2801" y="9621"/>
                  </a:lnTo>
                  <a:lnTo>
                    <a:pt x="2752" y="9499"/>
                  </a:lnTo>
                  <a:lnTo>
                    <a:pt x="2752" y="9499"/>
                  </a:lnTo>
                  <a:lnTo>
                    <a:pt x="2728" y="9353"/>
                  </a:lnTo>
                  <a:lnTo>
                    <a:pt x="2704" y="9280"/>
                  </a:lnTo>
                  <a:lnTo>
                    <a:pt x="2655" y="9231"/>
                  </a:lnTo>
                  <a:lnTo>
                    <a:pt x="2655" y="9231"/>
                  </a:lnTo>
                  <a:lnTo>
                    <a:pt x="2631" y="9158"/>
                  </a:lnTo>
                  <a:lnTo>
                    <a:pt x="2582" y="9036"/>
                  </a:lnTo>
                  <a:lnTo>
                    <a:pt x="2582" y="8890"/>
                  </a:lnTo>
                  <a:lnTo>
                    <a:pt x="2557" y="8744"/>
                  </a:lnTo>
                  <a:lnTo>
                    <a:pt x="2557" y="8744"/>
                  </a:lnTo>
                  <a:lnTo>
                    <a:pt x="2582" y="8598"/>
                  </a:lnTo>
                  <a:lnTo>
                    <a:pt x="2582" y="8452"/>
                  </a:lnTo>
                  <a:lnTo>
                    <a:pt x="2631" y="8330"/>
                  </a:lnTo>
                  <a:lnTo>
                    <a:pt x="2655" y="8281"/>
                  </a:lnTo>
                  <a:lnTo>
                    <a:pt x="2655" y="8281"/>
                  </a:lnTo>
                  <a:lnTo>
                    <a:pt x="2704" y="8208"/>
                  </a:lnTo>
                  <a:lnTo>
                    <a:pt x="2728" y="8160"/>
                  </a:lnTo>
                  <a:lnTo>
                    <a:pt x="2752" y="7989"/>
                  </a:lnTo>
                  <a:lnTo>
                    <a:pt x="2752" y="7989"/>
                  </a:lnTo>
                  <a:lnTo>
                    <a:pt x="2728" y="7819"/>
                  </a:lnTo>
                  <a:lnTo>
                    <a:pt x="2704" y="7746"/>
                  </a:lnTo>
                  <a:lnTo>
                    <a:pt x="2655" y="7697"/>
                  </a:lnTo>
                  <a:lnTo>
                    <a:pt x="2655" y="7697"/>
                  </a:lnTo>
                  <a:lnTo>
                    <a:pt x="2606" y="7673"/>
                  </a:lnTo>
                  <a:lnTo>
                    <a:pt x="2533" y="7624"/>
                  </a:lnTo>
                  <a:lnTo>
                    <a:pt x="2363" y="7600"/>
                  </a:lnTo>
                  <a:lnTo>
                    <a:pt x="2363" y="7600"/>
                  </a:lnTo>
                  <a:lnTo>
                    <a:pt x="2265" y="7575"/>
                  </a:lnTo>
                  <a:lnTo>
                    <a:pt x="2119" y="7502"/>
                  </a:lnTo>
                  <a:lnTo>
                    <a:pt x="1973" y="7380"/>
                  </a:lnTo>
                  <a:lnTo>
                    <a:pt x="1802" y="7234"/>
                  </a:lnTo>
                  <a:lnTo>
                    <a:pt x="1802" y="7234"/>
                  </a:lnTo>
                  <a:lnTo>
                    <a:pt x="1632" y="7088"/>
                  </a:lnTo>
                  <a:lnTo>
                    <a:pt x="1486" y="6966"/>
                  </a:lnTo>
                  <a:lnTo>
                    <a:pt x="1340" y="6869"/>
                  </a:lnTo>
                  <a:lnTo>
                    <a:pt x="1242" y="6845"/>
                  </a:lnTo>
                  <a:lnTo>
                    <a:pt x="1242" y="6845"/>
                  </a:lnTo>
                  <a:lnTo>
                    <a:pt x="1121" y="6796"/>
                  </a:lnTo>
                  <a:lnTo>
                    <a:pt x="926" y="6674"/>
                  </a:lnTo>
                  <a:lnTo>
                    <a:pt x="706" y="6504"/>
                  </a:lnTo>
                  <a:lnTo>
                    <a:pt x="463" y="6284"/>
                  </a:lnTo>
                  <a:lnTo>
                    <a:pt x="463" y="6284"/>
                  </a:lnTo>
                  <a:lnTo>
                    <a:pt x="171" y="5919"/>
                  </a:lnTo>
                  <a:lnTo>
                    <a:pt x="0" y="5700"/>
                  </a:lnTo>
                  <a:lnTo>
                    <a:pt x="0" y="5700"/>
                  </a:lnTo>
                  <a:lnTo>
                    <a:pt x="0" y="5724"/>
                  </a:lnTo>
                </a:path>
              </a:pathLst>
            </a:custGeom>
            <a:ln>
              <a:headEnd type="none" w="med" len="med"/>
              <a:tailEnd type="none" w="med" len="med"/>
            </a:ln>
          </p:spPr>
          <p:style>
            <a:lnRef idx="1">
              <a:schemeClr val="dk1"/>
            </a:lnRef>
            <a:fillRef idx="0">
              <a:schemeClr val="dk1"/>
            </a:fillRef>
            <a:effectRef idx="0">
              <a:schemeClr val="dk1"/>
            </a:effectRef>
            <a:fontRef idx="minor">
              <a:schemeClr val="tx1"/>
            </a:fontRef>
          </p:style>
          <p:txBody>
            <a:bodyPr lIns="91425" tIns="91425" rIns="91425" bIns="91425" anchor="ctr" anchorCtr="0">
              <a:noAutofit/>
            </a:bodyPr>
            <a:lstStyle/>
            <a:p>
              <a:endParaRPr/>
            </a:p>
          </p:txBody>
        </p:sp>
        <p:sp>
          <p:nvSpPr>
            <p:cNvPr id="13" name="Shape 2043"/>
            <p:cNvSpPr/>
            <p:nvPr/>
          </p:nvSpPr>
          <p:spPr>
            <a:xfrm>
              <a:off x="6128575" y="3695900"/>
              <a:ext cx="86475" cy="47525"/>
            </a:xfrm>
            <a:custGeom>
              <a:avLst/>
              <a:gdLst/>
              <a:ahLst/>
              <a:cxnLst/>
              <a:rect l="0" t="0" r="0" b="0"/>
              <a:pathLst>
                <a:path w="3459" h="1901" fill="none" extrusionOk="0">
                  <a:moveTo>
                    <a:pt x="2022" y="1340"/>
                  </a:moveTo>
                  <a:lnTo>
                    <a:pt x="2022" y="1340"/>
                  </a:lnTo>
                  <a:lnTo>
                    <a:pt x="1924" y="1413"/>
                  </a:lnTo>
                  <a:lnTo>
                    <a:pt x="1827" y="1486"/>
                  </a:lnTo>
                  <a:lnTo>
                    <a:pt x="1729" y="1511"/>
                  </a:lnTo>
                  <a:lnTo>
                    <a:pt x="1632" y="1535"/>
                  </a:lnTo>
                  <a:lnTo>
                    <a:pt x="1632" y="1535"/>
                  </a:lnTo>
                  <a:lnTo>
                    <a:pt x="1559" y="1535"/>
                  </a:lnTo>
                  <a:lnTo>
                    <a:pt x="1461" y="1584"/>
                  </a:lnTo>
                  <a:lnTo>
                    <a:pt x="1340" y="1657"/>
                  </a:lnTo>
                  <a:lnTo>
                    <a:pt x="1267" y="1730"/>
                  </a:lnTo>
                  <a:lnTo>
                    <a:pt x="1267" y="1730"/>
                  </a:lnTo>
                  <a:lnTo>
                    <a:pt x="1169" y="1803"/>
                  </a:lnTo>
                  <a:lnTo>
                    <a:pt x="1072" y="1852"/>
                  </a:lnTo>
                  <a:lnTo>
                    <a:pt x="974" y="1900"/>
                  </a:lnTo>
                  <a:lnTo>
                    <a:pt x="877" y="1900"/>
                  </a:lnTo>
                  <a:lnTo>
                    <a:pt x="877" y="1900"/>
                  </a:lnTo>
                  <a:lnTo>
                    <a:pt x="779" y="1900"/>
                  </a:lnTo>
                  <a:lnTo>
                    <a:pt x="682" y="1852"/>
                  </a:lnTo>
                  <a:lnTo>
                    <a:pt x="585" y="1803"/>
                  </a:lnTo>
                  <a:lnTo>
                    <a:pt x="512" y="1730"/>
                  </a:lnTo>
                  <a:lnTo>
                    <a:pt x="512" y="1730"/>
                  </a:lnTo>
                  <a:lnTo>
                    <a:pt x="438" y="1633"/>
                  </a:lnTo>
                  <a:lnTo>
                    <a:pt x="414" y="1535"/>
                  </a:lnTo>
                  <a:lnTo>
                    <a:pt x="438" y="1438"/>
                  </a:lnTo>
                  <a:lnTo>
                    <a:pt x="512" y="1340"/>
                  </a:lnTo>
                  <a:lnTo>
                    <a:pt x="512" y="1340"/>
                  </a:lnTo>
                  <a:lnTo>
                    <a:pt x="585" y="1243"/>
                  </a:lnTo>
                  <a:lnTo>
                    <a:pt x="633" y="1145"/>
                  </a:lnTo>
                  <a:lnTo>
                    <a:pt x="682" y="1048"/>
                  </a:lnTo>
                  <a:lnTo>
                    <a:pt x="682" y="951"/>
                  </a:lnTo>
                  <a:lnTo>
                    <a:pt x="682" y="951"/>
                  </a:lnTo>
                  <a:lnTo>
                    <a:pt x="658" y="804"/>
                  </a:lnTo>
                  <a:lnTo>
                    <a:pt x="633" y="731"/>
                  </a:lnTo>
                  <a:lnTo>
                    <a:pt x="585" y="683"/>
                  </a:lnTo>
                  <a:lnTo>
                    <a:pt x="585" y="683"/>
                  </a:lnTo>
                  <a:lnTo>
                    <a:pt x="536" y="634"/>
                  </a:lnTo>
                  <a:lnTo>
                    <a:pt x="463" y="610"/>
                  </a:lnTo>
                  <a:lnTo>
                    <a:pt x="317" y="585"/>
                  </a:lnTo>
                  <a:lnTo>
                    <a:pt x="317" y="585"/>
                  </a:lnTo>
                  <a:lnTo>
                    <a:pt x="146" y="561"/>
                  </a:lnTo>
                  <a:lnTo>
                    <a:pt x="73" y="512"/>
                  </a:lnTo>
                  <a:lnTo>
                    <a:pt x="24" y="488"/>
                  </a:lnTo>
                  <a:lnTo>
                    <a:pt x="24" y="488"/>
                  </a:lnTo>
                  <a:lnTo>
                    <a:pt x="0" y="439"/>
                  </a:lnTo>
                  <a:lnTo>
                    <a:pt x="24" y="366"/>
                  </a:lnTo>
                  <a:lnTo>
                    <a:pt x="49" y="293"/>
                  </a:lnTo>
                  <a:lnTo>
                    <a:pt x="122" y="196"/>
                  </a:lnTo>
                  <a:lnTo>
                    <a:pt x="122" y="196"/>
                  </a:lnTo>
                  <a:lnTo>
                    <a:pt x="171" y="171"/>
                  </a:lnTo>
                  <a:lnTo>
                    <a:pt x="268" y="123"/>
                  </a:lnTo>
                  <a:lnTo>
                    <a:pt x="512" y="74"/>
                  </a:lnTo>
                  <a:lnTo>
                    <a:pt x="804" y="25"/>
                  </a:lnTo>
                  <a:lnTo>
                    <a:pt x="1145" y="1"/>
                  </a:lnTo>
                  <a:lnTo>
                    <a:pt x="2509" y="1"/>
                  </a:lnTo>
                  <a:lnTo>
                    <a:pt x="2509" y="1"/>
                  </a:lnTo>
                  <a:lnTo>
                    <a:pt x="2850" y="25"/>
                  </a:lnTo>
                  <a:lnTo>
                    <a:pt x="3142" y="49"/>
                  </a:lnTo>
                  <a:lnTo>
                    <a:pt x="3337" y="74"/>
                  </a:lnTo>
                  <a:lnTo>
                    <a:pt x="3434" y="98"/>
                  </a:lnTo>
                  <a:lnTo>
                    <a:pt x="3434" y="98"/>
                  </a:lnTo>
                  <a:lnTo>
                    <a:pt x="3458" y="123"/>
                  </a:lnTo>
                  <a:lnTo>
                    <a:pt x="3434" y="171"/>
                  </a:lnTo>
                  <a:lnTo>
                    <a:pt x="3361" y="317"/>
                  </a:lnTo>
                  <a:lnTo>
                    <a:pt x="3239" y="488"/>
                  </a:lnTo>
                  <a:lnTo>
                    <a:pt x="3069" y="683"/>
                  </a:lnTo>
                  <a:lnTo>
                    <a:pt x="3069" y="683"/>
                  </a:lnTo>
                  <a:lnTo>
                    <a:pt x="2874" y="853"/>
                  </a:lnTo>
                  <a:lnTo>
                    <a:pt x="2679" y="999"/>
                  </a:lnTo>
                  <a:lnTo>
                    <a:pt x="2509" y="1121"/>
                  </a:lnTo>
                  <a:lnTo>
                    <a:pt x="2411" y="1145"/>
                  </a:lnTo>
                  <a:lnTo>
                    <a:pt x="2411" y="1145"/>
                  </a:lnTo>
                  <a:lnTo>
                    <a:pt x="2314" y="1170"/>
                  </a:lnTo>
                  <a:lnTo>
                    <a:pt x="2216" y="1194"/>
                  </a:lnTo>
                  <a:lnTo>
                    <a:pt x="2119" y="1267"/>
                  </a:lnTo>
                  <a:lnTo>
                    <a:pt x="2022" y="1340"/>
                  </a:lnTo>
                  <a:lnTo>
                    <a:pt x="2022" y="1340"/>
                  </a:lnTo>
                </a:path>
              </a:pathLst>
            </a:custGeom>
            <a:ln>
              <a:headEnd type="none" w="med" len="med"/>
              <a:tailEnd type="none" w="med" len="med"/>
            </a:ln>
          </p:spPr>
          <p:style>
            <a:lnRef idx="1">
              <a:schemeClr val="dk1"/>
            </a:lnRef>
            <a:fillRef idx="0">
              <a:schemeClr val="dk1"/>
            </a:fillRef>
            <a:effectRef idx="0">
              <a:schemeClr val="dk1"/>
            </a:effectRef>
            <a:fontRef idx="minor">
              <a:schemeClr val="tx1"/>
            </a:fontRef>
          </p:style>
          <p:txBody>
            <a:bodyPr lIns="91425" tIns="91425" rIns="91425" bIns="91425" anchor="ctr" anchorCtr="0">
              <a:noAutofit/>
            </a:bodyPr>
            <a:lstStyle/>
            <a:p>
              <a:endParaRPr/>
            </a:p>
          </p:txBody>
        </p:sp>
        <p:sp>
          <p:nvSpPr>
            <p:cNvPr id="14" name="Shape 2044"/>
            <p:cNvSpPr/>
            <p:nvPr/>
          </p:nvSpPr>
          <p:spPr>
            <a:xfrm>
              <a:off x="6357500" y="3940075"/>
              <a:ext cx="18900" cy="34725"/>
            </a:xfrm>
            <a:custGeom>
              <a:avLst/>
              <a:gdLst/>
              <a:ahLst/>
              <a:cxnLst/>
              <a:rect l="0" t="0" r="0" b="0"/>
              <a:pathLst>
                <a:path w="756" h="1389" fill="none" extrusionOk="0">
                  <a:moveTo>
                    <a:pt x="585" y="682"/>
                  </a:moveTo>
                  <a:lnTo>
                    <a:pt x="585" y="682"/>
                  </a:lnTo>
                  <a:lnTo>
                    <a:pt x="512" y="779"/>
                  </a:lnTo>
                  <a:lnTo>
                    <a:pt x="439" y="877"/>
                  </a:lnTo>
                  <a:lnTo>
                    <a:pt x="390" y="974"/>
                  </a:lnTo>
                  <a:lnTo>
                    <a:pt x="390" y="1072"/>
                  </a:lnTo>
                  <a:lnTo>
                    <a:pt x="390" y="1072"/>
                  </a:lnTo>
                  <a:lnTo>
                    <a:pt x="366" y="1218"/>
                  </a:lnTo>
                  <a:lnTo>
                    <a:pt x="317" y="1291"/>
                  </a:lnTo>
                  <a:lnTo>
                    <a:pt x="293" y="1364"/>
                  </a:lnTo>
                  <a:lnTo>
                    <a:pt x="293" y="1364"/>
                  </a:lnTo>
                  <a:lnTo>
                    <a:pt x="244" y="1388"/>
                  </a:lnTo>
                  <a:lnTo>
                    <a:pt x="195" y="1388"/>
                  </a:lnTo>
                  <a:lnTo>
                    <a:pt x="147" y="1388"/>
                  </a:lnTo>
                  <a:lnTo>
                    <a:pt x="98" y="1364"/>
                  </a:lnTo>
                  <a:lnTo>
                    <a:pt x="98" y="1364"/>
                  </a:lnTo>
                  <a:lnTo>
                    <a:pt x="74" y="1291"/>
                  </a:lnTo>
                  <a:lnTo>
                    <a:pt x="25" y="1169"/>
                  </a:lnTo>
                  <a:lnTo>
                    <a:pt x="25" y="1023"/>
                  </a:lnTo>
                  <a:lnTo>
                    <a:pt x="1" y="877"/>
                  </a:lnTo>
                  <a:lnTo>
                    <a:pt x="1" y="877"/>
                  </a:lnTo>
                  <a:lnTo>
                    <a:pt x="25" y="706"/>
                  </a:lnTo>
                  <a:lnTo>
                    <a:pt x="98" y="536"/>
                  </a:lnTo>
                  <a:lnTo>
                    <a:pt x="171" y="365"/>
                  </a:lnTo>
                  <a:lnTo>
                    <a:pt x="293" y="219"/>
                  </a:lnTo>
                  <a:lnTo>
                    <a:pt x="293" y="219"/>
                  </a:lnTo>
                  <a:lnTo>
                    <a:pt x="415" y="122"/>
                  </a:lnTo>
                  <a:lnTo>
                    <a:pt x="512" y="49"/>
                  </a:lnTo>
                  <a:lnTo>
                    <a:pt x="609" y="0"/>
                  </a:lnTo>
                  <a:lnTo>
                    <a:pt x="682" y="24"/>
                  </a:lnTo>
                  <a:lnTo>
                    <a:pt x="682" y="24"/>
                  </a:lnTo>
                  <a:lnTo>
                    <a:pt x="707" y="73"/>
                  </a:lnTo>
                  <a:lnTo>
                    <a:pt x="731" y="146"/>
                  </a:lnTo>
                  <a:lnTo>
                    <a:pt x="756" y="317"/>
                  </a:lnTo>
                  <a:lnTo>
                    <a:pt x="756" y="317"/>
                  </a:lnTo>
                  <a:lnTo>
                    <a:pt x="756" y="390"/>
                  </a:lnTo>
                  <a:lnTo>
                    <a:pt x="707" y="487"/>
                  </a:lnTo>
                  <a:lnTo>
                    <a:pt x="658" y="609"/>
                  </a:lnTo>
                  <a:lnTo>
                    <a:pt x="585" y="682"/>
                  </a:lnTo>
                  <a:lnTo>
                    <a:pt x="585" y="682"/>
                  </a:lnTo>
                </a:path>
              </a:pathLst>
            </a:custGeom>
            <a:ln>
              <a:headEnd type="none" w="med" len="med"/>
              <a:tailEnd type="none" w="med" len="med"/>
            </a:ln>
          </p:spPr>
          <p:style>
            <a:lnRef idx="1">
              <a:schemeClr val="dk1"/>
            </a:lnRef>
            <a:fillRef idx="0">
              <a:schemeClr val="dk1"/>
            </a:fillRef>
            <a:effectRef idx="0">
              <a:schemeClr val="dk1"/>
            </a:effectRef>
            <a:fontRef idx="minor">
              <a:schemeClr val="tx1"/>
            </a:fontRef>
          </p:style>
          <p:txBody>
            <a:bodyPr lIns="91425" tIns="91425" rIns="91425" bIns="91425" anchor="ctr" anchorCtr="0">
              <a:noAutofit/>
            </a:bodyPr>
            <a:lstStyle/>
            <a:p>
              <a:endParaRPr/>
            </a:p>
          </p:txBody>
        </p:sp>
        <p:sp>
          <p:nvSpPr>
            <p:cNvPr id="15" name="Shape 2045"/>
            <p:cNvSpPr/>
            <p:nvPr/>
          </p:nvSpPr>
          <p:spPr>
            <a:xfrm>
              <a:off x="6202850" y="3720875"/>
              <a:ext cx="204000" cy="278875"/>
            </a:xfrm>
            <a:custGeom>
              <a:avLst/>
              <a:gdLst/>
              <a:ahLst/>
              <a:cxnLst/>
              <a:rect l="0" t="0" r="0" b="0"/>
              <a:pathLst>
                <a:path w="8160" h="11155" fill="none" extrusionOk="0">
                  <a:moveTo>
                    <a:pt x="8159" y="4774"/>
                  </a:moveTo>
                  <a:lnTo>
                    <a:pt x="8159" y="4774"/>
                  </a:lnTo>
                  <a:lnTo>
                    <a:pt x="7599" y="4701"/>
                  </a:lnTo>
                  <a:lnTo>
                    <a:pt x="7283" y="4652"/>
                  </a:lnTo>
                  <a:lnTo>
                    <a:pt x="7136" y="4603"/>
                  </a:lnTo>
                  <a:lnTo>
                    <a:pt x="7136" y="4603"/>
                  </a:lnTo>
                  <a:lnTo>
                    <a:pt x="7088" y="4579"/>
                  </a:lnTo>
                  <a:lnTo>
                    <a:pt x="7015" y="4555"/>
                  </a:lnTo>
                  <a:lnTo>
                    <a:pt x="6844" y="4530"/>
                  </a:lnTo>
                  <a:lnTo>
                    <a:pt x="6844" y="4530"/>
                  </a:lnTo>
                  <a:lnTo>
                    <a:pt x="6747" y="4506"/>
                  </a:lnTo>
                  <a:lnTo>
                    <a:pt x="6649" y="4457"/>
                  </a:lnTo>
                  <a:lnTo>
                    <a:pt x="6552" y="4409"/>
                  </a:lnTo>
                  <a:lnTo>
                    <a:pt x="6454" y="4336"/>
                  </a:lnTo>
                  <a:lnTo>
                    <a:pt x="6454" y="4336"/>
                  </a:lnTo>
                  <a:lnTo>
                    <a:pt x="6381" y="4262"/>
                  </a:lnTo>
                  <a:lnTo>
                    <a:pt x="6308" y="4214"/>
                  </a:lnTo>
                  <a:lnTo>
                    <a:pt x="6235" y="4214"/>
                  </a:lnTo>
                  <a:lnTo>
                    <a:pt x="6187" y="4238"/>
                  </a:lnTo>
                  <a:lnTo>
                    <a:pt x="6187" y="4238"/>
                  </a:lnTo>
                  <a:lnTo>
                    <a:pt x="6162" y="4287"/>
                  </a:lnTo>
                  <a:lnTo>
                    <a:pt x="6162" y="4360"/>
                  </a:lnTo>
                  <a:lnTo>
                    <a:pt x="6211" y="4433"/>
                  </a:lnTo>
                  <a:lnTo>
                    <a:pt x="6284" y="4530"/>
                  </a:lnTo>
                  <a:lnTo>
                    <a:pt x="6284" y="4530"/>
                  </a:lnTo>
                  <a:lnTo>
                    <a:pt x="6357" y="4603"/>
                  </a:lnTo>
                  <a:lnTo>
                    <a:pt x="6454" y="4652"/>
                  </a:lnTo>
                  <a:lnTo>
                    <a:pt x="6576" y="4701"/>
                  </a:lnTo>
                  <a:lnTo>
                    <a:pt x="6649" y="4701"/>
                  </a:lnTo>
                  <a:lnTo>
                    <a:pt x="6649" y="4701"/>
                  </a:lnTo>
                  <a:lnTo>
                    <a:pt x="6747" y="4725"/>
                  </a:lnTo>
                  <a:lnTo>
                    <a:pt x="6844" y="4774"/>
                  </a:lnTo>
                  <a:lnTo>
                    <a:pt x="6942" y="4823"/>
                  </a:lnTo>
                  <a:lnTo>
                    <a:pt x="7039" y="4896"/>
                  </a:lnTo>
                  <a:lnTo>
                    <a:pt x="7039" y="4896"/>
                  </a:lnTo>
                  <a:lnTo>
                    <a:pt x="7063" y="4944"/>
                  </a:lnTo>
                  <a:lnTo>
                    <a:pt x="7088" y="4993"/>
                  </a:lnTo>
                  <a:lnTo>
                    <a:pt x="7063" y="5139"/>
                  </a:lnTo>
                  <a:lnTo>
                    <a:pt x="6966" y="5310"/>
                  </a:lnTo>
                  <a:lnTo>
                    <a:pt x="6844" y="5480"/>
                  </a:lnTo>
                  <a:lnTo>
                    <a:pt x="6844" y="5480"/>
                  </a:lnTo>
                  <a:lnTo>
                    <a:pt x="6674" y="5626"/>
                  </a:lnTo>
                  <a:lnTo>
                    <a:pt x="6528" y="5748"/>
                  </a:lnTo>
                  <a:lnTo>
                    <a:pt x="6381" y="5821"/>
                  </a:lnTo>
                  <a:lnTo>
                    <a:pt x="6284" y="5846"/>
                  </a:lnTo>
                  <a:lnTo>
                    <a:pt x="6284" y="5846"/>
                  </a:lnTo>
                  <a:lnTo>
                    <a:pt x="6113" y="5870"/>
                  </a:lnTo>
                  <a:lnTo>
                    <a:pt x="6040" y="5894"/>
                  </a:lnTo>
                  <a:lnTo>
                    <a:pt x="5992" y="5943"/>
                  </a:lnTo>
                  <a:lnTo>
                    <a:pt x="5992" y="5943"/>
                  </a:lnTo>
                  <a:lnTo>
                    <a:pt x="5943" y="5967"/>
                  </a:lnTo>
                  <a:lnTo>
                    <a:pt x="5894" y="5992"/>
                  </a:lnTo>
                  <a:lnTo>
                    <a:pt x="5846" y="5967"/>
                  </a:lnTo>
                  <a:lnTo>
                    <a:pt x="5797" y="5943"/>
                  </a:lnTo>
                  <a:lnTo>
                    <a:pt x="5797" y="5943"/>
                  </a:lnTo>
                  <a:lnTo>
                    <a:pt x="5773" y="5894"/>
                  </a:lnTo>
                  <a:lnTo>
                    <a:pt x="5724" y="5821"/>
                  </a:lnTo>
                  <a:lnTo>
                    <a:pt x="5699" y="5651"/>
                  </a:lnTo>
                  <a:lnTo>
                    <a:pt x="5699" y="5651"/>
                  </a:lnTo>
                  <a:lnTo>
                    <a:pt x="5675" y="5553"/>
                  </a:lnTo>
                  <a:lnTo>
                    <a:pt x="5602" y="5407"/>
                  </a:lnTo>
                  <a:lnTo>
                    <a:pt x="5480" y="5261"/>
                  </a:lnTo>
                  <a:lnTo>
                    <a:pt x="5334" y="5091"/>
                  </a:lnTo>
                  <a:lnTo>
                    <a:pt x="5334" y="5091"/>
                  </a:lnTo>
                  <a:lnTo>
                    <a:pt x="5188" y="4920"/>
                  </a:lnTo>
                  <a:lnTo>
                    <a:pt x="5066" y="4774"/>
                  </a:lnTo>
                  <a:lnTo>
                    <a:pt x="4969" y="4628"/>
                  </a:lnTo>
                  <a:lnTo>
                    <a:pt x="4944" y="4530"/>
                  </a:lnTo>
                  <a:lnTo>
                    <a:pt x="4944" y="4530"/>
                  </a:lnTo>
                  <a:lnTo>
                    <a:pt x="4944" y="4457"/>
                  </a:lnTo>
                  <a:lnTo>
                    <a:pt x="4920" y="4409"/>
                  </a:lnTo>
                  <a:lnTo>
                    <a:pt x="4896" y="4409"/>
                  </a:lnTo>
                  <a:lnTo>
                    <a:pt x="4847" y="4433"/>
                  </a:lnTo>
                  <a:lnTo>
                    <a:pt x="4847" y="4433"/>
                  </a:lnTo>
                  <a:lnTo>
                    <a:pt x="4823" y="4482"/>
                  </a:lnTo>
                  <a:lnTo>
                    <a:pt x="4774" y="4555"/>
                  </a:lnTo>
                  <a:lnTo>
                    <a:pt x="4750" y="4701"/>
                  </a:lnTo>
                  <a:lnTo>
                    <a:pt x="4750" y="4701"/>
                  </a:lnTo>
                  <a:lnTo>
                    <a:pt x="4774" y="4798"/>
                  </a:lnTo>
                  <a:lnTo>
                    <a:pt x="4847" y="4920"/>
                  </a:lnTo>
                  <a:lnTo>
                    <a:pt x="4920" y="5066"/>
                  </a:lnTo>
                  <a:lnTo>
                    <a:pt x="5042" y="5188"/>
                  </a:lnTo>
                  <a:lnTo>
                    <a:pt x="5042" y="5188"/>
                  </a:lnTo>
                  <a:lnTo>
                    <a:pt x="5139" y="5310"/>
                  </a:lnTo>
                  <a:lnTo>
                    <a:pt x="5237" y="5431"/>
                  </a:lnTo>
                  <a:lnTo>
                    <a:pt x="5310" y="5553"/>
                  </a:lnTo>
                  <a:lnTo>
                    <a:pt x="5334" y="5651"/>
                  </a:lnTo>
                  <a:lnTo>
                    <a:pt x="5334" y="5651"/>
                  </a:lnTo>
                  <a:lnTo>
                    <a:pt x="5334" y="5748"/>
                  </a:lnTo>
                  <a:lnTo>
                    <a:pt x="5383" y="5846"/>
                  </a:lnTo>
                  <a:lnTo>
                    <a:pt x="5432" y="5943"/>
                  </a:lnTo>
                  <a:lnTo>
                    <a:pt x="5505" y="6040"/>
                  </a:lnTo>
                  <a:lnTo>
                    <a:pt x="5505" y="6040"/>
                  </a:lnTo>
                  <a:lnTo>
                    <a:pt x="5626" y="6113"/>
                  </a:lnTo>
                  <a:lnTo>
                    <a:pt x="5773" y="6162"/>
                  </a:lnTo>
                  <a:lnTo>
                    <a:pt x="5919" y="6211"/>
                  </a:lnTo>
                  <a:lnTo>
                    <a:pt x="6089" y="6235"/>
                  </a:lnTo>
                  <a:lnTo>
                    <a:pt x="6089" y="6235"/>
                  </a:lnTo>
                  <a:lnTo>
                    <a:pt x="6235" y="6235"/>
                  </a:lnTo>
                  <a:lnTo>
                    <a:pt x="6357" y="6284"/>
                  </a:lnTo>
                  <a:lnTo>
                    <a:pt x="6430" y="6333"/>
                  </a:lnTo>
                  <a:lnTo>
                    <a:pt x="6454" y="6381"/>
                  </a:lnTo>
                  <a:lnTo>
                    <a:pt x="6454" y="6430"/>
                  </a:lnTo>
                  <a:lnTo>
                    <a:pt x="6454" y="6430"/>
                  </a:lnTo>
                  <a:lnTo>
                    <a:pt x="6430" y="6527"/>
                  </a:lnTo>
                  <a:lnTo>
                    <a:pt x="6308" y="6722"/>
                  </a:lnTo>
                  <a:lnTo>
                    <a:pt x="6113" y="6941"/>
                  </a:lnTo>
                  <a:lnTo>
                    <a:pt x="5894" y="7185"/>
                  </a:lnTo>
                  <a:lnTo>
                    <a:pt x="5894" y="7185"/>
                  </a:lnTo>
                  <a:lnTo>
                    <a:pt x="5675" y="7429"/>
                  </a:lnTo>
                  <a:lnTo>
                    <a:pt x="5505" y="7696"/>
                  </a:lnTo>
                  <a:lnTo>
                    <a:pt x="5358" y="7940"/>
                  </a:lnTo>
                  <a:lnTo>
                    <a:pt x="5334" y="8037"/>
                  </a:lnTo>
                  <a:lnTo>
                    <a:pt x="5334" y="8135"/>
                  </a:lnTo>
                  <a:lnTo>
                    <a:pt x="5334" y="8135"/>
                  </a:lnTo>
                  <a:lnTo>
                    <a:pt x="5334" y="8281"/>
                  </a:lnTo>
                  <a:lnTo>
                    <a:pt x="5358" y="8427"/>
                  </a:lnTo>
                  <a:lnTo>
                    <a:pt x="5383" y="8525"/>
                  </a:lnTo>
                  <a:lnTo>
                    <a:pt x="5432" y="8598"/>
                  </a:lnTo>
                  <a:lnTo>
                    <a:pt x="5432" y="8598"/>
                  </a:lnTo>
                  <a:lnTo>
                    <a:pt x="5456" y="8646"/>
                  </a:lnTo>
                  <a:lnTo>
                    <a:pt x="5480" y="8719"/>
                  </a:lnTo>
                  <a:lnTo>
                    <a:pt x="5505" y="8890"/>
                  </a:lnTo>
                  <a:lnTo>
                    <a:pt x="5505" y="8890"/>
                  </a:lnTo>
                  <a:lnTo>
                    <a:pt x="5480" y="8987"/>
                  </a:lnTo>
                  <a:lnTo>
                    <a:pt x="5383" y="9158"/>
                  </a:lnTo>
                  <a:lnTo>
                    <a:pt x="5237" y="9353"/>
                  </a:lnTo>
                  <a:lnTo>
                    <a:pt x="5042" y="9547"/>
                  </a:lnTo>
                  <a:lnTo>
                    <a:pt x="5042" y="9547"/>
                  </a:lnTo>
                  <a:lnTo>
                    <a:pt x="4847" y="9742"/>
                  </a:lnTo>
                  <a:lnTo>
                    <a:pt x="4701" y="9937"/>
                  </a:lnTo>
                  <a:lnTo>
                    <a:pt x="4603" y="10108"/>
                  </a:lnTo>
                  <a:lnTo>
                    <a:pt x="4555" y="10205"/>
                  </a:lnTo>
                  <a:lnTo>
                    <a:pt x="4555" y="10205"/>
                  </a:lnTo>
                  <a:lnTo>
                    <a:pt x="4530" y="10327"/>
                  </a:lnTo>
                  <a:lnTo>
                    <a:pt x="4457" y="10473"/>
                  </a:lnTo>
                  <a:lnTo>
                    <a:pt x="4336" y="10619"/>
                  </a:lnTo>
                  <a:lnTo>
                    <a:pt x="4189" y="10790"/>
                  </a:lnTo>
                  <a:lnTo>
                    <a:pt x="4189" y="10790"/>
                  </a:lnTo>
                  <a:lnTo>
                    <a:pt x="4019" y="10936"/>
                  </a:lnTo>
                  <a:lnTo>
                    <a:pt x="3873" y="11057"/>
                  </a:lnTo>
                  <a:lnTo>
                    <a:pt x="3727" y="11131"/>
                  </a:lnTo>
                  <a:lnTo>
                    <a:pt x="3605" y="11155"/>
                  </a:lnTo>
                  <a:lnTo>
                    <a:pt x="3605" y="11155"/>
                  </a:lnTo>
                  <a:lnTo>
                    <a:pt x="3532" y="11155"/>
                  </a:lnTo>
                  <a:lnTo>
                    <a:pt x="3434" y="11106"/>
                  </a:lnTo>
                  <a:lnTo>
                    <a:pt x="3337" y="11057"/>
                  </a:lnTo>
                  <a:lnTo>
                    <a:pt x="3240" y="10984"/>
                  </a:lnTo>
                  <a:lnTo>
                    <a:pt x="3240" y="10984"/>
                  </a:lnTo>
                  <a:lnTo>
                    <a:pt x="3167" y="10887"/>
                  </a:lnTo>
                  <a:lnTo>
                    <a:pt x="3093" y="10790"/>
                  </a:lnTo>
                  <a:lnTo>
                    <a:pt x="3069" y="10692"/>
                  </a:lnTo>
                  <a:lnTo>
                    <a:pt x="3045" y="10595"/>
                  </a:lnTo>
                  <a:lnTo>
                    <a:pt x="3045" y="10595"/>
                  </a:lnTo>
                  <a:lnTo>
                    <a:pt x="3020" y="10424"/>
                  </a:lnTo>
                  <a:lnTo>
                    <a:pt x="2996" y="10351"/>
                  </a:lnTo>
                  <a:lnTo>
                    <a:pt x="2947" y="10302"/>
                  </a:lnTo>
                  <a:lnTo>
                    <a:pt x="2947" y="10302"/>
                  </a:lnTo>
                  <a:lnTo>
                    <a:pt x="2923" y="10254"/>
                  </a:lnTo>
                  <a:lnTo>
                    <a:pt x="2874" y="10181"/>
                  </a:lnTo>
                  <a:lnTo>
                    <a:pt x="2850" y="10035"/>
                  </a:lnTo>
                  <a:lnTo>
                    <a:pt x="2850" y="10035"/>
                  </a:lnTo>
                  <a:lnTo>
                    <a:pt x="2826" y="9864"/>
                  </a:lnTo>
                  <a:lnTo>
                    <a:pt x="2801" y="9791"/>
                  </a:lnTo>
                  <a:lnTo>
                    <a:pt x="2752" y="9742"/>
                  </a:lnTo>
                  <a:lnTo>
                    <a:pt x="2752" y="9742"/>
                  </a:lnTo>
                  <a:lnTo>
                    <a:pt x="2728" y="9669"/>
                  </a:lnTo>
                  <a:lnTo>
                    <a:pt x="2704" y="9572"/>
                  </a:lnTo>
                  <a:lnTo>
                    <a:pt x="2679" y="9426"/>
                  </a:lnTo>
                  <a:lnTo>
                    <a:pt x="2655" y="9255"/>
                  </a:lnTo>
                  <a:lnTo>
                    <a:pt x="2655" y="9255"/>
                  </a:lnTo>
                  <a:lnTo>
                    <a:pt x="2679" y="9109"/>
                  </a:lnTo>
                  <a:lnTo>
                    <a:pt x="2704" y="8963"/>
                  </a:lnTo>
                  <a:lnTo>
                    <a:pt x="2728" y="8866"/>
                  </a:lnTo>
                  <a:lnTo>
                    <a:pt x="2752" y="8792"/>
                  </a:lnTo>
                  <a:lnTo>
                    <a:pt x="2752" y="8792"/>
                  </a:lnTo>
                  <a:lnTo>
                    <a:pt x="2801" y="8744"/>
                  </a:lnTo>
                  <a:lnTo>
                    <a:pt x="2826" y="8671"/>
                  </a:lnTo>
                  <a:lnTo>
                    <a:pt x="2850" y="8500"/>
                  </a:lnTo>
                  <a:lnTo>
                    <a:pt x="2850" y="8500"/>
                  </a:lnTo>
                  <a:lnTo>
                    <a:pt x="2826" y="8403"/>
                  </a:lnTo>
                  <a:lnTo>
                    <a:pt x="2777" y="8281"/>
                  </a:lnTo>
                  <a:lnTo>
                    <a:pt x="2679" y="8159"/>
                  </a:lnTo>
                  <a:lnTo>
                    <a:pt x="2582" y="8037"/>
                  </a:lnTo>
                  <a:lnTo>
                    <a:pt x="2582" y="8037"/>
                  </a:lnTo>
                  <a:lnTo>
                    <a:pt x="2460" y="7891"/>
                  </a:lnTo>
                  <a:lnTo>
                    <a:pt x="2363" y="7721"/>
                  </a:lnTo>
                  <a:lnTo>
                    <a:pt x="2314" y="7526"/>
                  </a:lnTo>
                  <a:lnTo>
                    <a:pt x="2290" y="7356"/>
                  </a:lnTo>
                  <a:lnTo>
                    <a:pt x="2290" y="7356"/>
                  </a:lnTo>
                  <a:lnTo>
                    <a:pt x="2290" y="7209"/>
                  </a:lnTo>
                  <a:lnTo>
                    <a:pt x="2265" y="7063"/>
                  </a:lnTo>
                  <a:lnTo>
                    <a:pt x="2217" y="6966"/>
                  </a:lnTo>
                  <a:lnTo>
                    <a:pt x="2192" y="6893"/>
                  </a:lnTo>
                  <a:lnTo>
                    <a:pt x="2192" y="6893"/>
                  </a:lnTo>
                  <a:lnTo>
                    <a:pt x="2144" y="6844"/>
                  </a:lnTo>
                  <a:lnTo>
                    <a:pt x="2071" y="6820"/>
                  </a:lnTo>
                  <a:lnTo>
                    <a:pt x="1900" y="6795"/>
                  </a:lnTo>
                  <a:lnTo>
                    <a:pt x="1900" y="6795"/>
                  </a:lnTo>
                  <a:lnTo>
                    <a:pt x="1754" y="6820"/>
                  </a:lnTo>
                  <a:lnTo>
                    <a:pt x="1681" y="6844"/>
                  </a:lnTo>
                  <a:lnTo>
                    <a:pt x="1632" y="6893"/>
                  </a:lnTo>
                  <a:lnTo>
                    <a:pt x="1632" y="6893"/>
                  </a:lnTo>
                  <a:lnTo>
                    <a:pt x="1559" y="6941"/>
                  </a:lnTo>
                  <a:lnTo>
                    <a:pt x="1437" y="6966"/>
                  </a:lnTo>
                  <a:lnTo>
                    <a:pt x="1291" y="6990"/>
                  </a:lnTo>
                  <a:lnTo>
                    <a:pt x="1145" y="6990"/>
                  </a:lnTo>
                  <a:lnTo>
                    <a:pt x="1145" y="6990"/>
                  </a:lnTo>
                  <a:lnTo>
                    <a:pt x="975" y="6966"/>
                  </a:lnTo>
                  <a:lnTo>
                    <a:pt x="780" y="6868"/>
                  </a:lnTo>
                  <a:lnTo>
                    <a:pt x="561" y="6747"/>
                  </a:lnTo>
                  <a:lnTo>
                    <a:pt x="390" y="6601"/>
                  </a:lnTo>
                  <a:lnTo>
                    <a:pt x="390" y="6601"/>
                  </a:lnTo>
                  <a:lnTo>
                    <a:pt x="317" y="6527"/>
                  </a:lnTo>
                  <a:lnTo>
                    <a:pt x="244" y="6406"/>
                  </a:lnTo>
                  <a:lnTo>
                    <a:pt x="122" y="6113"/>
                  </a:lnTo>
                  <a:lnTo>
                    <a:pt x="49" y="5797"/>
                  </a:lnTo>
                  <a:lnTo>
                    <a:pt x="0" y="5480"/>
                  </a:lnTo>
                  <a:lnTo>
                    <a:pt x="0" y="5480"/>
                  </a:lnTo>
                  <a:lnTo>
                    <a:pt x="25" y="5310"/>
                  </a:lnTo>
                  <a:lnTo>
                    <a:pt x="49" y="5139"/>
                  </a:lnTo>
                  <a:lnTo>
                    <a:pt x="147" y="4798"/>
                  </a:lnTo>
                  <a:lnTo>
                    <a:pt x="220" y="4628"/>
                  </a:lnTo>
                  <a:lnTo>
                    <a:pt x="293" y="4482"/>
                  </a:lnTo>
                  <a:lnTo>
                    <a:pt x="390" y="4336"/>
                  </a:lnTo>
                  <a:lnTo>
                    <a:pt x="487" y="4238"/>
                  </a:lnTo>
                  <a:lnTo>
                    <a:pt x="487" y="4238"/>
                  </a:lnTo>
                  <a:lnTo>
                    <a:pt x="682" y="4043"/>
                  </a:lnTo>
                  <a:lnTo>
                    <a:pt x="877" y="3897"/>
                  </a:lnTo>
                  <a:lnTo>
                    <a:pt x="1048" y="3800"/>
                  </a:lnTo>
                  <a:lnTo>
                    <a:pt x="1145" y="3751"/>
                  </a:lnTo>
                  <a:lnTo>
                    <a:pt x="1145" y="3751"/>
                  </a:lnTo>
                  <a:lnTo>
                    <a:pt x="1316" y="3727"/>
                  </a:lnTo>
                  <a:lnTo>
                    <a:pt x="1389" y="3702"/>
                  </a:lnTo>
                  <a:lnTo>
                    <a:pt x="1437" y="3654"/>
                  </a:lnTo>
                  <a:lnTo>
                    <a:pt x="1437" y="3654"/>
                  </a:lnTo>
                  <a:lnTo>
                    <a:pt x="1510" y="3629"/>
                  </a:lnTo>
                  <a:lnTo>
                    <a:pt x="1608" y="3605"/>
                  </a:lnTo>
                  <a:lnTo>
                    <a:pt x="1754" y="3581"/>
                  </a:lnTo>
                  <a:lnTo>
                    <a:pt x="1900" y="3581"/>
                  </a:lnTo>
                  <a:lnTo>
                    <a:pt x="1900" y="3581"/>
                  </a:lnTo>
                  <a:lnTo>
                    <a:pt x="2071" y="3581"/>
                  </a:lnTo>
                  <a:lnTo>
                    <a:pt x="2241" y="3629"/>
                  </a:lnTo>
                  <a:lnTo>
                    <a:pt x="2363" y="3678"/>
                  </a:lnTo>
                  <a:lnTo>
                    <a:pt x="2485" y="3751"/>
                  </a:lnTo>
                  <a:lnTo>
                    <a:pt x="2485" y="3751"/>
                  </a:lnTo>
                  <a:lnTo>
                    <a:pt x="2558" y="3824"/>
                  </a:lnTo>
                  <a:lnTo>
                    <a:pt x="2655" y="3897"/>
                  </a:lnTo>
                  <a:lnTo>
                    <a:pt x="2777" y="3946"/>
                  </a:lnTo>
                  <a:lnTo>
                    <a:pt x="2850" y="3946"/>
                  </a:lnTo>
                  <a:lnTo>
                    <a:pt x="2850" y="3946"/>
                  </a:lnTo>
                  <a:lnTo>
                    <a:pt x="3020" y="3970"/>
                  </a:lnTo>
                  <a:lnTo>
                    <a:pt x="3093" y="4019"/>
                  </a:lnTo>
                  <a:lnTo>
                    <a:pt x="3142" y="4043"/>
                  </a:lnTo>
                  <a:lnTo>
                    <a:pt x="3142" y="4043"/>
                  </a:lnTo>
                  <a:lnTo>
                    <a:pt x="3191" y="4068"/>
                  </a:lnTo>
                  <a:lnTo>
                    <a:pt x="3240" y="4092"/>
                  </a:lnTo>
                  <a:lnTo>
                    <a:pt x="3288" y="4068"/>
                  </a:lnTo>
                  <a:lnTo>
                    <a:pt x="3337" y="4043"/>
                  </a:lnTo>
                  <a:lnTo>
                    <a:pt x="3337" y="4043"/>
                  </a:lnTo>
                  <a:lnTo>
                    <a:pt x="3386" y="4019"/>
                  </a:lnTo>
                  <a:lnTo>
                    <a:pt x="3459" y="3970"/>
                  </a:lnTo>
                  <a:lnTo>
                    <a:pt x="3605" y="3946"/>
                  </a:lnTo>
                  <a:lnTo>
                    <a:pt x="3605" y="3946"/>
                  </a:lnTo>
                  <a:lnTo>
                    <a:pt x="3775" y="3970"/>
                  </a:lnTo>
                  <a:lnTo>
                    <a:pt x="3848" y="4019"/>
                  </a:lnTo>
                  <a:lnTo>
                    <a:pt x="3897" y="4043"/>
                  </a:lnTo>
                  <a:lnTo>
                    <a:pt x="3897" y="4043"/>
                  </a:lnTo>
                  <a:lnTo>
                    <a:pt x="3970" y="4092"/>
                  </a:lnTo>
                  <a:lnTo>
                    <a:pt x="4068" y="4116"/>
                  </a:lnTo>
                  <a:lnTo>
                    <a:pt x="4214" y="4141"/>
                  </a:lnTo>
                  <a:lnTo>
                    <a:pt x="4384" y="4141"/>
                  </a:lnTo>
                  <a:lnTo>
                    <a:pt x="4384" y="4141"/>
                  </a:lnTo>
                  <a:lnTo>
                    <a:pt x="4530" y="4141"/>
                  </a:lnTo>
                  <a:lnTo>
                    <a:pt x="4677" y="4116"/>
                  </a:lnTo>
                  <a:lnTo>
                    <a:pt x="4774" y="4092"/>
                  </a:lnTo>
                  <a:lnTo>
                    <a:pt x="4847" y="4043"/>
                  </a:lnTo>
                  <a:lnTo>
                    <a:pt x="4847" y="4043"/>
                  </a:lnTo>
                  <a:lnTo>
                    <a:pt x="4896" y="3995"/>
                  </a:lnTo>
                  <a:lnTo>
                    <a:pt x="4920" y="3921"/>
                  </a:lnTo>
                  <a:lnTo>
                    <a:pt x="4944" y="3751"/>
                  </a:lnTo>
                  <a:lnTo>
                    <a:pt x="4944" y="3751"/>
                  </a:lnTo>
                  <a:lnTo>
                    <a:pt x="4944" y="3727"/>
                  </a:lnTo>
                  <a:lnTo>
                    <a:pt x="4920" y="3678"/>
                  </a:lnTo>
                  <a:lnTo>
                    <a:pt x="4823" y="3629"/>
                  </a:lnTo>
                  <a:lnTo>
                    <a:pt x="4701" y="3581"/>
                  </a:lnTo>
                  <a:lnTo>
                    <a:pt x="4555" y="3581"/>
                  </a:lnTo>
                  <a:lnTo>
                    <a:pt x="4555" y="3581"/>
                  </a:lnTo>
                  <a:lnTo>
                    <a:pt x="4409" y="3556"/>
                  </a:lnTo>
                  <a:lnTo>
                    <a:pt x="4238" y="3507"/>
                  </a:lnTo>
                  <a:lnTo>
                    <a:pt x="4092" y="3459"/>
                  </a:lnTo>
                  <a:lnTo>
                    <a:pt x="3995" y="3386"/>
                  </a:lnTo>
                  <a:lnTo>
                    <a:pt x="3995" y="3386"/>
                  </a:lnTo>
                  <a:lnTo>
                    <a:pt x="3897" y="3313"/>
                  </a:lnTo>
                  <a:lnTo>
                    <a:pt x="3800" y="3240"/>
                  </a:lnTo>
                  <a:lnTo>
                    <a:pt x="3702" y="3215"/>
                  </a:lnTo>
                  <a:lnTo>
                    <a:pt x="3605" y="3191"/>
                  </a:lnTo>
                  <a:lnTo>
                    <a:pt x="3605" y="3191"/>
                  </a:lnTo>
                  <a:lnTo>
                    <a:pt x="3532" y="3166"/>
                  </a:lnTo>
                  <a:lnTo>
                    <a:pt x="3434" y="3142"/>
                  </a:lnTo>
                  <a:lnTo>
                    <a:pt x="3337" y="3069"/>
                  </a:lnTo>
                  <a:lnTo>
                    <a:pt x="3240" y="2996"/>
                  </a:lnTo>
                  <a:lnTo>
                    <a:pt x="3240" y="2996"/>
                  </a:lnTo>
                  <a:lnTo>
                    <a:pt x="3167" y="2923"/>
                  </a:lnTo>
                  <a:lnTo>
                    <a:pt x="3069" y="2899"/>
                  </a:lnTo>
                  <a:lnTo>
                    <a:pt x="2996" y="2874"/>
                  </a:lnTo>
                  <a:lnTo>
                    <a:pt x="2947" y="2899"/>
                  </a:lnTo>
                  <a:lnTo>
                    <a:pt x="2947" y="2899"/>
                  </a:lnTo>
                  <a:lnTo>
                    <a:pt x="2899" y="2923"/>
                  </a:lnTo>
                  <a:lnTo>
                    <a:pt x="2826" y="2923"/>
                  </a:lnTo>
                  <a:lnTo>
                    <a:pt x="2752" y="2874"/>
                  </a:lnTo>
                  <a:lnTo>
                    <a:pt x="2655" y="2801"/>
                  </a:lnTo>
                  <a:lnTo>
                    <a:pt x="2655" y="2801"/>
                  </a:lnTo>
                  <a:lnTo>
                    <a:pt x="2582" y="2752"/>
                  </a:lnTo>
                  <a:lnTo>
                    <a:pt x="2509" y="2704"/>
                  </a:lnTo>
                  <a:lnTo>
                    <a:pt x="2436" y="2704"/>
                  </a:lnTo>
                  <a:lnTo>
                    <a:pt x="2387" y="2704"/>
                  </a:lnTo>
                  <a:lnTo>
                    <a:pt x="2387" y="2704"/>
                  </a:lnTo>
                  <a:lnTo>
                    <a:pt x="2338" y="2752"/>
                  </a:lnTo>
                  <a:lnTo>
                    <a:pt x="2265" y="2777"/>
                  </a:lnTo>
                  <a:lnTo>
                    <a:pt x="2095" y="2801"/>
                  </a:lnTo>
                  <a:lnTo>
                    <a:pt x="2095" y="2801"/>
                  </a:lnTo>
                  <a:lnTo>
                    <a:pt x="1997" y="2850"/>
                  </a:lnTo>
                  <a:lnTo>
                    <a:pt x="1851" y="2923"/>
                  </a:lnTo>
                  <a:lnTo>
                    <a:pt x="1681" y="3045"/>
                  </a:lnTo>
                  <a:lnTo>
                    <a:pt x="1535" y="3191"/>
                  </a:lnTo>
                  <a:lnTo>
                    <a:pt x="1535" y="3191"/>
                  </a:lnTo>
                  <a:lnTo>
                    <a:pt x="1364" y="3337"/>
                  </a:lnTo>
                  <a:lnTo>
                    <a:pt x="1194" y="3459"/>
                  </a:lnTo>
                  <a:lnTo>
                    <a:pt x="1072" y="3532"/>
                  </a:lnTo>
                  <a:lnTo>
                    <a:pt x="950" y="3581"/>
                  </a:lnTo>
                  <a:lnTo>
                    <a:pt x="950" y="3581"/>
                  </a:lnTo>
                  <a:lnTo>
                    <a:pt x="804" y="3532"/>
                  </a:lnTo>
                  <a:lnTo>
                    <a:pt x="731" y="3507"/>
                  </a:lnTo>
                  <a:lnTo>
                    <a:pt x="682" y="3483"/>
                  </a:lnTo>
                  <a:lnTo>
                    <a:pt x="682" y="3483"/>
                  </a:lnTo>
                  <a:lnTo>
                    <a:pt x="634" y="3434"/>
                  </a:lnTo>
                  <a:lnTo>
                    <a:pt x="609" y="3361"/>
                  </a:lnTo>
                  <a:lnTo>
                    <a:pt x="585" y="3191"/>
                  </a:lnTo>
                  <a:lnTo>
                    <a:pt x="585" y="3191"/>
                  </a:lnTo>
                  <a:lnTo>
                    <a:pt x="609" y="3020"/>
                  </a:lnTo>
                  <a:lnTo>
                    <a:pt x="634" y="2947"/>
                  </a:lnTo>
                  <a:lnTo>
                    <a:pt x="682" y="2899"/>
                  </a:lnTo>
                  <a:lnTo>
                    <a:pt x="682" y="2899"/>
                  </a:lnTo>
                  <a:lnTo>
                    <a:pt x="731" y="2874"/>
                  </a:lnTo>
                  <a:lnTo>
                    <a:pt x="853" y="2850"/>
                  </a:lnTo>
                  <a:lnTo>
                    <a:pt x="999" y="2826"/>
                  </a:lnTo>
                  <a:lnTo>
                    <a:pt x="1145" y="2801"/>
                  </a:lnTo>
                  <a:lnTo>
                    <a:pt x="1145" y="2801"/>
                  </a:lnTo>
                  <a:lnTo>
                    <a:pt x="1291" y="2801"/>
                  </a:lnTo>
                  <a:lnTo>
                    <a:pt x="1413" y="2752"/>
                  </a:lnTo>
                  <a:lnTo>
                    <a:pt x="1486" y="2704"/>
                  </a:lnTo>
                  <a:lnTo>
                    <a:pt x="1510" y="2655"/>
                  </a:lnTo>
                  <a:lnTo>
                    <a:pt x="1535" y="2631"/>
                  </a:lnTo>
                  <a:lnTo>
                    <a:pt x="1535" y="2631"/>
                  </a:lnTo>
                  <a:lnTo>
                    <a:pt x="1486" y="2460"/>
                  </a:lnTo>
                  <a:lnTo>
                    <a:pt x="1462" y="2387"/>
                  </a:lnTo>
                  <a:lnTo>
                    <a:pt x="1437" y="2338"/>
                  </a:lnTo>
                  <a:lnTo>
                    <a:pt x="1437" y="2338"/>
                  </a:lnTo>
                  <a:lnTo>
                    <a:pt x="1389" y="2290"/>
                  </a:lnTo>
                  <a:lnTo>
                    <a:pt x="1389" y="2241"/>
                  </a:lnTo>
                  <a:lnTo>
                    <a:pt x="1389" y="2192"/>
                  </a:lnTo>
                  <a:lnTo>
                    <a:pt x="1437" y="2144"/>
                  </a:lnTo>
                  <a:lnTo>
                    <a:pt x="1437" y="2144"/>
                  </a:lnTo>
                  <a:lnTo>
                    <a:pt x="1486" y="2119"/>
                  </a:lnTo>
                  <a:lnTo>
                    <a:pt x="1559" y="2070"/>
                  </a:lnTo>
                  <a:lnTo>
                    <a:pt x="1705" y="2046"/>
                  </a:lnTo>
                  <a:lnTo>
                    <a:pt x="1705" y="2046"/>
                  </a:lnTo>
                  <a:lnTo>
                    <a:pt x="1803" y="2046"/>
                  </a:lnTo>
                  <a:lnTo>
                    <a:pt x="1900" y="1997"/>
                  </a:lnTo>
                  <a:lnTo>
                    <a:pt x="1997" y="1924"/>
                  </a:lnTo>
                  <a:lnTo>
                    <a:pt x="2095" y="1851"/>
                  </a:lnTo>
                  <a:lnTo>
                    <a:pt x="2095" y="1851"/>
                  </a:lnTo>
                  <a:lnTo>
                    <a:pt x="2168" y="1778"/>
                  </a:lnTo>
                  <a:lnTo>
                    <a:pt x="2241" y="1681"/>
                  </a:lnTo>
                  <a:lnTo>
                    <a:pt x="2265" y="1559"/>
                  </a:lnTo>
                  <a:lnTo>
                    <a:pt x="2290" y="1486"/>
                  </a:lnTo>
                  <a:lnTo>
                    <a:pt x="2290" y="1486"/>
                  </a:lnTo>
                  <a:lnTo>
                    <a:pt x="2265" y="1315"/>
                  </a:lnTo>
                  <a:lnTo>
                    <a:pt x="2217" y="1242"/>
                  </a:lnTo>
                  <a:lnTo>
                    <a:pt x="2192" y="1194"/>
                  </a:lnTo>
                  <a:lnTo>
                    <a:pt x="2192" y="1194"/>
                  </a:lnTo>
                  <a:lnTo>
                    <a:pt x="2192" y="1169"/>
                  </a:lnTo>
                  <a:lnTo>
                    <a:pt x="2192" y="1121"/>
                  </a:lnTo>
                  <a:lnTo>
                    <a:pt x="2265" y="999"/>
                  </a:lnTo>
                  <a:lnTo>
                    <a:pt x="2387" y="828"/>
                  </a:lnTo>
                  <a:lnTo>
                    <a:pt x="2582" y="634"/>
                  </a:lnTo>
                  <a:lnTo>
                    <a:pt x="2582" y="634"/>
                  </a:lnTo>
                  <a:lnTo>
                    <a:pt x="2679" y="536"/>
                  </a:lnTo>
                  <a:lnTo>
                    <a:pt x="2826" y="439"/>
                  </a:lnTo>
                  <a:lnTo>
                    <a:pt x="2972" y="366"/>
                  </a:lnTo>
                  <a:lnTo>
                    <a:pt x="3142" y="293"/>
                  </a:lnTo>
                  <a:lnTo>
                    <a:pt x="3483" y="195"/>
                  </a:lnTo>
                  <a:lnTo>
                    <a:pt x="3654" y="171"/>
                  </a:lnTo>
                  <a:lnTo>
                    <a:pt x="3800" y="146"/>
                  </a:lnTo>
                  <a:lnTo>
                    <a:pt x="3800" y="146"/>
                  </a:lnTo>
                  <a:lnTo>
                    <a:pt x="4116" y="171"/>
                  </a:lnTo>
                  <a:lnTo>
                    <a:pt x="4360" y="171"/>
                  </a:lnTo>
                  <a:lnTo>
                    <a:pt x="4555" y="220"/>
                  </a:lnTo>
                  <a:lnTo>
                    <a:pt x="4652" y="244"/>
                  </a:lnTo>
                  <a:lnTo>
                    <a:pt x="4652" y="244"/>
                  </a:lnTo>
                  <a:lnTo>
                    <a:pt x="4701" y="268"/>
                  </a:lnTo>
                  <a:lnTo>
                    <a:pt x="4750" y="293"/>
                  </a:lnTo>
                  <a:lnTo>
                    <a:pt x="4798" y="268"/>
                  </a:lnTo>
                  <a:lnTo>
                    <a:pt x="4847" y="244"/>
                  </a:lnTo>
                  <a:lnTo>
                    <a:pt x="4847" y="244"/>
                  </a:lnTo>
                  <a:lnTo>
                    <a:pt x="5018" y="195"/>
                  </a:lnTo>
                  <a:lnTo>
                    <a:pt x="5407" y="122"/>
                  </a:lnTo>
                  <a:lnTo>
                    <a:pt x="5821" y="25"/>
                  </a:lnTo>
                  <a:lnTo>
                    <a:pt x="6138" y="0"/>
                  </a:lnTo>
                </a:path>
              </a:pathLst>
            </a:custGeom>
            <a:ln>
              <a:headEnd type="none" w="med" len="med"/>
              <a:tailEnd type="none" w="med" len="med"/>
            </a:ln>
          </p:spPr>
          <p:style>
            <a:lnRef idx="1">
              <a:schemeClr val="dk1"/>
            </a:lnRef>
            <a:fillRef idx="0">
              <a:schemeClr val="dk1"/>
            </a:fillRef>
            <a:effectRef idx="0">
              <a:schemeClr val="dk1"/>
            </a:effectRef>
            <a:fontRef idx="minor">
              <a:schemeClr val="tx1"/>
            </a:fontRef>
          </p:style>
          <p:txBody>
            <a:bodyPr lIns="91425" tIns="91425" rIns="91425" bIns="91425" anchor="ctr" anchorCtr="0">
              <a:noAutofit/>
            </a:bodyPr>
            <a:lstStyle/>
            <a:p>
              <a:endParaRPr/>
            </a:p>
          </p:txBody>
        </p:sp>
      </p:grpSp>
      <p:sp>
        <p:nvSpPr>
          <p:cNvPr id="2" name="Arrow: Down 1">
            <a:extLst>
              <a:ext uri="{FF2B5EF4-FFF2-40B4-BE49-F238E27FC236}">
                <a16:creationId xmlns:a16="http://schemas.microsoft.com/office/drawing/2014/main" id="{8543E48D-7995-49CE-96A3-0C38776C6904}"/>
              </a:ext>
            </a:extLst>
          </p:cNvPr>
          <p:cNvSpPr/>
          <p:nvPr/>
        </p:nvSpPr>
        <p:spPr>
          <a:xfrm>
            <a:off x="5860992" y="2621948"/>
            <a:ext cx="324952" cy="3929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Down 15">
            <a:extLst>
              <a:ext uri="{FF2B5EF4-FFF2-40B4-BE49-F238E27FC236}">
                <a16:creationId xmlns:a16="http://schemas.microsoft.com/office/drawing/2014/main" id="{36A4E3B6-0AB7-420E-95A7-5A70328B7E7E}"/>
              </a:ext>
            </a:extLst>
          </p:cNvPr>
          <p:cNvSpPr/>
          <p:nvPr/>
        </p:nvSpPr>
        <p:spPr>
          <a:xfrm>
            <a:off x="5876628" y="3417041"/>
            <a:ext cx="324952" cy="3929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E751AD0B-67F2-4A9F-875B-21D6D7837F38}"/>
              </a:ext>
            </a:extLst>
          </p:cNvPr>
          <p:cNvSpPr/>
          <p:nvPr/>
        </p:nvSpPr>
        <p:spPr>
          <a:xfrm>
            <a:off x="5860992" y="4376585"/>
            <a:ext cx="324952" cy="3929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198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txBox="1">
            <a:spLocks/>
          </p:cNvSpPr>
          <p:nvPr/>
        </p:nvSpPr>
        <p:spPr>
          <a:xfrm>
            <a:off x="0" y="704092"/>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6000" dirty="0">
                <a:solidFill>
                  <a:schemeClr val="tx1"/>
                </a:solidFill>
                <a:cs typeface="Assistant ExtraBold" panose="00000900000000000000" pitchFamily="2" charset="-79"/>
              </a:rPr>
              <a:t>תפיסת מבנה כדור הארץ</a:t>
            </a:r>
          </a:p>
        </p:txBody>
      </p:sp>
      <p:sp>
        <p:nvSpPr>
          <p:cNvPr id="7" name="מציין מיקום תוכן 2"/>
          <p:cNvSpPr txBox="1">
            <a:spLocks/>
          </p:cNvSpPr>
          <p:nvPr/>
        </p:nvSpPr>
        <p:spPr>
          <a:xfrm>
            <a:off x="319548" y="1824584"/>
            <a:ext cx="11552903"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sz="3000" b="1" dirty="0">
                <a:cs typeface="+mj-cs"/>
              </a:rPr>
              <a:t>מבנה כדור הארץ נתפס כיום ע"י 2 גופים מרכזיים:</a:t>
            </a:r>
          </a:p>
          <a:p>
            <a:pPr marL="0" indent="0">
              <a:buNone/>
            </a:pPr>
            <a:r>
              <a:rPr lang="he-IL" sz="3000" b="1" u="sng" dirty="0" err="1">
                <a:cs typeface="+mj-cs"/>
              </a:rPr>
              <a:t>אליפסואיד</a:t>
            </a:r>
            <a:r>
              <a:rPr lang="he-IL" sz="3000" b="1" u="sng" dirty="0">
                <a:cs typeface="+mj-cs"/>
              </a:rPr>
              <a:t>:</a:t>
            </a:r>
            <a:r>
              <a:rPr lang="he-IL" sz="3000" u="sng" dirty="0">
                <a:cs typeface="+mj-cs"/>
              </a:rPr>
              <a:t> </a:t>
            </a:r>
          </a:p>
          <a:p>
            <a:pPr marL="0" indent="0">
              <a:buNone/>
            </a:pPr>
            <a:r>
              <a:rPr lang="he-IL" sz="3000" dirty="0">
                <a:cs typeface="+mj-cs"/>
              </a:rPr>
              <a:t>גוף ייחוס מתמטי (אליפסה) אשר מתאר בקירוב את צורת </a:t>
            </a:r>
            <a:r>
              <a:rPr lang="he-IL" sz="3000" dirty="0" err="1">
                <a:cs typeface="+mj-cs"/>
              </a:rPr>
              <a:t>כדוה"א</a:t>
            </a:r>
            <a:endParaRPr lang="he-IL" sz="3000" dirty="0">
              <a:cs typeface="+mj-cs"/>
            </a:endParaRPr>
          </a:p>
          <a:p>
            <a:pPr marL="0" indent="0">
              <a:buNone/>
            </a:pPr>
            <a:r>
              <a:rPr lang="he-IL" sz="3000" b="1" u="sng" dirty="0">
                <a:cs typeface="+mj-cs"/>
              </a:rPr>
              <a:t>גאואיד:</a:t>
            </a:r>
            <a:r>
              <a:rPr lang="he-IL" sz="3000" u="sng" dirty="0">
                <a:cs typeface="+mj-cs"/>
              </a:rPr>
              <a:t> </a:t>
            </a:r>
          </a:p>
          <a:p>
            <a:pPr marL="0" indent="0">
              <a:buNone/>
            </a:pPr>
            <a:r>
              <a:rPr lang="he-IL" sz="3000" dirty="0">
                <a:cs typeface="+mj-cs"/>
              </a:rPr>
              <a:t>משטח שווה פוטנציאל המתאר את התפשטות המסה של </a:t>
            </a:r>
            <a:r>
              <a:rPr lang="he-IL" sz="3000" dirty="0" err="1">
                <a:cs typeface="+mj-cs"/>
              </a:rPr>
              <a:t>כדוה"א</a:t>
            </a:r>
            <a:r>
              <a:rPr lang="he-IL" sz="3000" dirty="0">
                <a:cs typeface="+mj-cs"/>
              </a:rPr>
              <a:t>. הגאואיד הוא צורה </a:t>
            </a:r>
            <a:r>
              <a:rPr lang="he-IL" sz="3000" dirty="0" err="1">
                <a:cs typeface="+mj-cs"/>
              </a:rPr>
              <a:t>הממדלת</a:t>
            </a:r>
            <a:r>
              <a:rPr lang="he-IL" sz="3000" dirty="0">
                <a:cs typeface="+mj-cs"/>
              </a:rPr>
              <a:t> את השפעת כוח המשיכה ברחבי </a:t>
            </a:r>
            <a:r>
              <a:rPr lang="he-IL" sz="3000" dirty="0" err="1">
                <a:cs typeface="+mj-cs"/>
              </a:rPr>
              <a:t>כדוה"א</a:t>
            </a:r>
            <a:endParaRPr lang="he-IL" sz="3000" dirty="0">
              <a:cs typeface="+mj-cs"/>
            </a:endParaRPr>
          </a:p>
          <a:p>
            <a:pPr marL="0" indent="0" algn="ctr">
              <a:buNone/>
            </a:pPr>
            <a:endParaRPr lang="he-IL" dirty="0">
              <a:cs typeface="+mj-cs"/>
            </a:endParaRPr>
          </a:p>
          <a:p>
            <a:pPr marL="0" indent="0" algn="ctr">
              <a:buNone/>
            </a:pPr>
            <a:endParaRPr lang="he-IL" sz="2000" dirty="0">
              <a:solidFill>
                <a:srgbClr val="FF0000"/>
              </a:solidFill>
              <a:cs typeface="+mj-cs"/>
            </a:endParaRPr>
          </a:p>
          <a:p>
            <a:pPr marL="0" indent="0" algn="ctr">
              <a:buNone/>
            </a:pPr>
            <a:r>
              <a:rPr lang="he-IL" sz="2000" dirty="0">
                <a:solidFill>
                  <a:srgbClr val="00B050"/>
                </a:solidFill>
                <a:cs typeface="+mj-cs"/>
              </a:rPr>
              <a:t>השילוב של שניהם ממדל באופן מדעי את ההתנהגות המרחבית של </a:t>
            </a:r>
            <a:r>
              <a:rPr lang="he-IL" sz="2000" dirty="0" err="1">
                <a:solidFill>
                  <a:srgbClr val="00B050"/>
                </a:solidFill>
                <a:cs typeface="+mj-cs"/>
              </a:rPr>
              <a:t>כדוה"א</a:t>
            </a:r>
            <a:endParaRPr lang="he-IL" sz="2000" dirty="0">
              <a:solidFill>
                <a:srgbClr val="00B050"/>
              </a:solidFill>
              <a:cs typeface="+mj-cs"/>
            </a:endParaRPr>
          </a:p>
        </p:txBody>
      </p:sp>
      <p:sp>
        <p:nvSpPr>
          <p:cNvPr id="8"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grpSp>
        <p:nvGrpSpPr>
          <p:cNvPr id="9" name="Shape 907"/>
          <p:cNvGrpSpPr/>
          <p:nvPr/>
        </p:nvGrpSpPr>
        <p:grpSpPr>
          <a:xfrm>
            <a:off x="5629190" y="4961107"/>
            <a:ext cx="927253" cy="698110"/>
            <a:chOff x="5255200" y="3006475"/>
            <a:chExt cx="511700" cy="378575"/>
          </a:xfrm>
          <a:solidFill>
            <a:schemeClr val="accent1">
              <a:lumMod val="60000"/>
              <a:lumOff val="40000"/>
            </a:schemeClr>
          </a:solidFill>
        </p:grpSpPr>
        <p:sp>
          <p:nvSpPr>
            <p:cNvPr id="10" name="Shape 908"/>
            <p:cNvSpPr/>
            <p:nvPr/>
          </p:nvSpPr>
          <p:spPr>
            <a:xfrm>
              <a:off x="5255200" y="3006475"/>
              <a:ext cx="349900" cy="349875"/>
            </a:xfrm>
            <a:custGeom>
              <a:avLst/>
              <a:gdLst/>
              <a:ahLst/>
              <a:cxnLst/>
              <a:rect l="0" t="0" r="0" b="0"/>
              <a:pathLst>
                <a:path w="13996" h="13995" extrusionOk="0">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grpFill/>
            <a:ln/>
          </p:spPr>
          <p:style>
            <a:lnRef idx="2">
              <a:schemeClr val="dk1"/>
            </a:lnRef>
            <a:fillRef idx="1">
              <a:schemeClr val="lt1"/>
            </a:fillRef>
            <a:effectRef idx="0">
              <a:schemeClr val="dk1"/>
            </a:effectRef>
            <a:fontRef idx="minor">
              <a:schemeClr val="dk1"/>
            </a:fontRef>
          </p:style>
          <p:txBody>
            <a:bodyPr lIns="91425" tIns="91425" rIns="91425" bIns="91425" anchor="ctr" anchorCtr="0">
              <a:noAutofit/>
            </a:bodyPr>
            <a:lstStyle/>
            <a:p>
              <a:endParaRPr/>
            </a:p>
          </p:txBody>
        </p:sp>
        <p:sp>
          <p:nvSpPr>
            <p:cNvPr id="11" name="Shape 909"/>
            <p:cNvSpPr/>
            <p:nvPr/>
          </p:nvSpPr>
          <p:spPr>
            <a:xfrm>
              <a:off x="5567825" y="3185975"/>
              <a:ext cx="199075" cy="199075"/>
            </a:xfrm>
            <a:custGeom>
              <a:avLst/>
              <a:gdLst/>
              <a:ahLst/>
              <a:cxnLst/>
              <a:rect l="0" t="0" r="0" b="0"/>
              <a:pathLst>
                <a:path w="7963" h="7963" extrusionOk="0">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grpFill/>
            <a:ln/>
          </p:spPr>
          <p:style>
            <a:lnRef idx="2">
              <a:schemeClr val="dk1"/>
            </a:lnRef>
            <a:fillRef idx="1">
              <a:schemeClr val="lt1"/>
            </a:fillRef>
            <a:effectRef idx="0">
              <a:schemeClr val="dk1"/>
            </a:effectRef>
            <a:fontRef idx="minor">
              <a:schemeClr val="dk1"/>
            </a:fontRef>
          </p:style>
          <p:txBody>
            <a:bodyPr lIns="91425" tIns="91425" rIns="91425" bIns="91425" anchor="ctr" anchorCtr="0">
              <a:noAutofit/>
            </a:bodyPr>
            <a:lstStyle/>
            <a:p>
              <a:endParaRPr/>
            </a:p>
          </p:txBody>
        </p:sp>
      </p:grpSp>
    </p:spTree>
    <p:extLst>
      <p:ext uri="{BB962C8B-B14F-4D97-AF65-F5344CB8AC3E}">
        <p14:creationId xmlns:p14="http://schemas.microsoft.com/office/powerpoint/2010/main" val="377726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כותרת 1"/>
          <p:cNvSpPr txBox="1">
            <a:spLocks/>
          </p:cNvSpPr>
          <p:nvPr/>
        </p:nvSpPr>
        <p:spPr>
          <a:xfrm>
            <a:off x="0" y="609178"/>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6600" dirty="0">
                <a:solidFill>
                  <a:schemeClr val="tx1"/>
                </a:solidFill>
                <a:cs typeface="Assistant ExtraBold" panose="00000900000000000000" pitchFamily="2" charset="-79"/>
              </a:rPr>
              <a:t>אליפסואיד</a:t>
            </a:r>
          </a:p>
        </p:txBody>
      </p:sp>
      <p:sp>
        <p:nvSpPr>
          <p:cNvPr id="11" name="מציין מיקום תוכן 2"/>
          <p:cNvSpPr txBox="1">
            <a:spLocks/>
          </p:cNvSpPr>
          <p:nvPr/>
        </p:nvSpPr>
        <p:spPr>
          <a:xfrm>
            <a:off x="1208721" y="1667038"/>
            <a:ext cx="9774558"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sz="2400" dirty="0" err="1">
                <a:cs typeface="Assistant ExtraBold" panose="00000900000000000000" pitchFamily="2" charset="-79"/>
              </a:rPr>
              <a:t>האליפסואיד</a:t>
            </a:r>
            <a:r>
              <a:rPr lang="he-IL" sz="2400" dirty="0">
                <a:cs typeface="Assistant ExtraBold" panose="00000900000000000000" pitchFamily="2" charset="-79"/>
              </a:rPr>
              <a:t> הוא גוף תלת ממדי ומתמטי שכל פרוסה שלו יוצרת אליפסה, כלומר הוא אליפסה תלת ממדית המסתובבת סביב צירה</a:t>
            </a:r>
          </a:p>
          <a:p>
            <a:pPr marL="0" indent="0" algn="ctr">
              <a:buNone/>
            </a:pPr>
            <a:r>
              <a:rPr lang="he-IL" sz="2400" dirty="0" err="1">
                <a:solidFill>
                  <a:schemeClr val="accent3">
                    <a:lumMod val="75000"/>
                  </a:schemeClr>
                </a:solidFill>
                <a:cs typeface="Assistant ExtraBold" panose="00000900000000000000" pitchFamily="2" charset="-79"/>
              </a:rPr>
              <a:t>האליפסואיד</a:t>
            </a:r>
            <a:r>
              <a:rPr lang="he-IL" sz="2400" dirty="0">
                <a:solidFill>
                  <a:schemeClr val="accent3">
                    <a:lumMod val="75000"/>
                  </a:schemeClr>
                </a:solidFill>
                <a:cs typeface="Assistant ExtraBold" panose="00000900000000000000" pitchFamily="2" charset="-79"/>
              </a:rPr>
              <a:t> הינו צורת כדור הארץ בקירוב</a:t>
            </a:r>
          </a:p>
        </p:txBody>
      </p:sp>
      <p:sp>
        <p:nvSpPr>
          <p:cNvPr id="20"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grpSp>
        <p:nvGrpSpPr>
          <p:cNvPr id="2" name="קבוצה 1"/>
          <p:cNvGrpSpPr/>
          <p:nvPr/>
        </p:nvGrpSpPr>
        <p:grpSpPr>
          <a:xfrm>
            <a:off x="2444133" y="3461920"/>
            <a:ext cx="7303733" cy="2744005"/>
            <a:chOff x="1976265" y="2197571"/>
            <a:chExt cx="8554144" cy="3348000"/>
          </a:xfrm>
        </p:grpSpPr>
        <p:pic>
          <p:nvPicPr>
            <p:cNvPr id="6" name="תמונה 5" descr="world-globe.jpg"/>
            <p:cNvPicPr>
              <a:picLocks noChangeAspect="1"/>
            </p:cNvPicPr>
            <p:nvPr/>
          </p:nvPicPr>
          <p:blipFill rotWithShape="1">
            <a:blip r:embed="rId2" cstate="print"/>
            <a:srcRect b="3717"/>
            <a:stretch/>
          </p:blipFill>
          <p:spPr>
            <a:xfrm>
              <a:off x="1976265" y="2573021"/>
              <a:ext cx="3515988" cy="2520227"/>
            </a:xfrm>
            <a:prstGeom prst="rect">
              <a:avLst/>
            </a:prstGeom>
          </p:spPr>
        </p:pic>
        <p:pic>
          <p:nvPicPr>
            <p:cNvPr id="7" name="תמונה 6" descr="world-ellipsoid-pic.jpg"/>
            <p:cNvPicPr>
              <a:picLocks noChangeAspect="1"/>
            </p:cNvPicPr>
            <p:nvPr/>
          </p:nvPicPr>
          <p:blipFill>
            <a:blip r:embed="rId3" cstate="print">
              <a:extLst>
                <a:ext uri="{BEBA8EAE-BF5A-486C-A8C5-ECC9F3942E4B}">
                  <a14:imgProps xmlns:a14="http://schemas.microsoft.com/office/drawing/2010/main">
                    <a14:imgLayer r:embed="rId4">
                      <a14:imgEffect>
                        <a14:backgroundRemoval t="9375" b="89931" l="2344" r="100000">
                          <a14:backgroundMark x1="64323" y1="87500" x2="57552" y2="89236"/>
                        </a14:backgroundRemoval>
                      </a14:imgEffect>
                    </a14:imgLayer>
                  </a14:imgProps>
                </a:ext>
              </a:extLst>
            </a:blip>
            <a:stretch>
              <a:fillRect/>
            </a:stretch>
          </p:blipFill>
          <p:spPr>
            <a:xfrm>
              <a:off x="6872809" y="2662175"/>
              <a:ext cx="3657600" cy="2743200"/>
            </a:xfrm>
            <a:prstGeom prst="rect">
              <a:avLst/>
            </a:prstGeom>
          </p:spPr>
        </p:pic>
        <p:sp>
          <p:nvSpPr>
            <p:cNvPr id="8" name="סימן ''אסור'' 7"/>
            <p:cNvSpPr/>
            <p:nvPr/>
          </p:nvSpPr>
          <p:spPr>
            <a:xfrm>
              <a:off x="2012269" y="2197571"/>
              <a:ext cx="3564000" cy="3348000"/>
            </a:xfrm>
            <a:prstGeom prst="noSmoking">
              <a:avLst>
                <a:gd name="adj" fmla="val 3616"/>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9" name="חץ ימינה 8"/>
            <p:cNvSpPr/>
            <p:nvPr/>
          </p:nvSpPr>
          <p:spPr>
            <a:xfrm>
              <a:off x="5756685" y="3709739"/>
              <a:ext cx="1008112" cy="64807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23" name="מציין מיקום תוכן 2"/>
          <p:cNvSpPr txBox="1">
            <a:spLocks/>
          </p:cNvSpPr>
          <p:nvPr/>
        </p:nvSpPr>
        <p:spPr>
          <a:xfrm>
            <a:off x="1697595" y="2902586"/>
            <a:ext cx="8796810"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sz="3600" dirty="0">
                <a:cs typeface="Assistant ExtraBold" panose="00000900000000000000" pitchFamily="2" charset="-79"/>
              </a:rPr>
              <a:t>מה שבעצם אומר, שכדוה"א נראה כך:</a:t>
            </a:r>
          </a:p>
        </p:txBody>
      </p:sp>
    </p:spTree>
    <p:extLst>
      <p:ext uri="{BB962C8B-B14F-4D97-AF65-F5344CB8AC3E}">
        <p14:creationId xmlns:p14="http://schemas.microsoft.com/office/powerpoint/2010/main" val="295574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2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טבלה 4"/>
          <p:cNvGraphicFramePr>
            <a:graphicFrameLocks noGrp="1"/>
          </p:cNvGraphicFramePr>
          <p:nvPr>
            <p:extLst>
              <p:ext uri="{D42A27DB-BD31-4B8C-83A1-F6EECF244321}">
                <p14:modId xmlns:p14="http://schemas.microsoft.com/office/powerpoint/2010/main" val="3086177880"/>
              </p:ext>
            </p:extLst>
          </p:nvPr>
        </p:nvGraphicFramePr>
        <p:xfrm>
          <a:off x="2783632" y="1626589"/>
          <a:ext cx="7056783" cy="4617194"/>
        </p:xfrm>
        <a:graphic>
          <a:graphicData uri="http://schemas.openxmlformats.org/drawingml/2006/table">
            <a:tbl>
              <a:tblPr rtl="1" firstRow="1" bandRow="1">
                <a:tableStyleId>{5C22544A-7EE6-4342-B048-85BDC9FD1C3A}</a:tableStyleId>
              </a:tblPr>
              <a:tblGrid>
                <a:gridCol w="2352261">
                  <a:extLst>
                    <a:ext uri="{9D8B030D-6E8A-4147-A177-3AD203B41FA5}">
                      <a16:colId xmlns:a16="http://schemas.microsoft.com/office/drawing/2014/main" val="20000"/>
                    </a:ext>
                  </a:extLst>
                </a:gridCol>
                <a:gridCol w="2352261">
                  <a:extLst>
                    <a:ext uri="{9D8B030D-6E8A-4147-A177-3AD203B41FA5}">
                      <a16:colId xmlns:a16="http://schemas.microsoft.com/office/drawing/2014/main" val="20001"/>
                    </a:ext>
                  </a:extLst>
                </a:gridCol>
                <a:gridCol w="2352261">
                  <a:extLst>
                    <a:ext uri="{9D8B030D-6E8A-4147-A177-3AD203B41FA5}">
                      <a16:colId xmlns:a16="http://schemas.microsoft.com/office/drawing/2014/main" val="20002"/>
                    </a:ext>
                  </a:extLst>
                </a:gridCol>
              </a:tblGrid>
              <a:tr h="437470">
                <a:tc>
                  <a:txBody>
                    <a:bodyPr/>
                    <a:lstStyle/>
                    <a:p>
                      <a:pPr algn="ctr" rtl="1"/>
                      <a:r>
                        <a:rPr lang="he-IL" sz="2800" b="1" i="0" kern="1200" dirty="0">
                          <a:solidFill>
                            <a:schemeClr val="lt1"/>
                          </a:solidFill>
                          <a:latin typeface="+mn-lt"/>
                          <a:ea typeface="+mn-ea"/>
                          <a:cs typeface="Assistant ExtraBold" panose="00000900000000000000" pitchFamily="2" charset="-79"/>
                        </a:rPr>
                        <a:t>מימד</a:t>
                      </a:r>
                    </a:p>
                  </a:txBody>
                  <a:tcPr anchor="ctr"/>
                </a:tc>
                <a:tc>
                  <a:txBody>
                    <a:bodyPr/>
                    <a:lstStyle/>
                    <a:p>
                      <a:pPr algn="ctr" rtl="1"/>
                      <a:r>
                        <a:rPr lang="he-IL" sz="2800" i="0" dirty="0">
                          <a:cs typeface="Assistant ExtraBold" panose="00000900000000000000" pitchFamily="2" charset="-79"/>
                        </a:rPr>
                        <a:t>עיגול</a:t>
                      </a:r>
                    </a:p>
                  </a:txBody>
                  <a:tcPr anchor="ctr"/>
                </a:tc>
                <a:tc>
                  <a:txBody>
                    <a:bodyPr/>
                    <a:lstStyle/>
                    <a:p>
                      <a:pPr algn="ctr" rtl="1"/>
                      <a:r>
                        <a:rPr lang="he-IL" sz="2800" i="0" dirty="0">
                          <a:cs typeface="Assistant ExtraBold" panose="00000900000000000000" pitchFamily="2" charset="-79"/>
                        </a:rPr>
                        <a:t>אליפסה</a:t>
                      </a:r>
                    </a:p>
                  </a:txBody>
                  <a:tcPr anchor="ctr"/>
                </a:tc>
                <a:extLst>
                  <a:ext uri="{0D108BD9-81ED-4DB2-BD59-A6C34878D82A}">
                    <a16:rowId xmlns:a16="http://schemas.microsoft.com/office/drawing/2014/main" val="10000"/>
                  </a:ext>
                </a:extLst>
              </a:tr>
              <a:tr h="2049517">
                <a:tc>
                  <a:txBody>
                    <a:bodyPr/>
                    <a:lstStyle/>
                    <a:p>
                      <a:pPr algn="ctr" rtl="1"/>
                      <a:r>
                        <a:rPr lang="en-US" sz="4000" b="1" i="0" dirty="0">
                          <a:latin typeface="Algerian" panose="04020705040A02060702" pitchFamily="82" charset="0"/>
                          <a:ea typeface="Adobe Gothic Std B" panose="020B0800000000000000" pitchFamily="34" charset="-128"/>
                          <a:cs typeface="+mj-cs"/>
                        </a:rPr>
                        <a:t>2D</a:t>
                      </a:r>
                      <a:endParaRPr lang="he-IL" sz="4000" b="1" i="0" dirty="0">
                        <a:latin typeface="Algerian" panose="04020705040A02060702" pitchFamily="82" charset="0"/>
                        <a:ea typeface="Adobe Gothic Std B" panose="020B0800000000000000" pitchFamily="34" charset="-128"/>
                        <a:cs typeface="+mj-cs"/>
                      </a:endParaRPr>
                    </a:p>
                  </a:txBody>
                  <a:tcPr anchor="ctr"/>
                </a:tc>
                <a:tc>
                  <a:txBody>
                    <a:bodyPr/>
                    <a:lstStyle/>
                    <a:p>
                      <a:pPr algn="ctr" rtl="1"/>
                      <a:endParaRPr lang="en-US" sz="2000" i="0" dirty="0">
                        <a:cs typeface="Assistant ExtraBold" panose="00000900000000000000" pitchFamily="2" charset="-79"/>
                      </a:endParaRPr>
                    </a:p>
                    <a:p>
                      <a:pPr algn="ctr" rtl="1"/>
                      <a:endParaRPr lang="en-US" sz="2000" i="0" dirty="0">
                        <a:cs typeface="Assistant ExtraBold" panose="00000900000000000000" pitchFamily="2" charset="-79"/>
                      </a:endParaRPr>
                    </a:p>
                    <a:p>
                      <a:pPr algn="ctr" rtl="1"/>
                      <a:endParaRPr lang="en-US" sz="2000" i="0" dirty="0">
                        <a:cs typeface="Assistant ExtraBold" panose="00000900000000000000" pitchFamily="2" charset="-79"/>
                      </a:endParaRPr>
                    </a:p>
                    <a:p>
                      <a:pPr algn="ctr" rtl="1"/>
                      <a:endParaRPr lang="en-US" sz="2000" i="0" dirty="0">
                        <a:cs typeface="Assistant ExtraBold" panose="00000900000000000000" pitchFamily="2" charset="-79"/>
                      </a:endParaRPr>
                    </a:p>
                    <a:p>
                      <a:pPr algn="ctr" rtl="1"/>
                      <a:endParaRPr lang="en-US" sz="2000" i="0" dirty="0">
                        <a:cs typeface="Assistant ExtraBold" panose="00000900000000000000" pitchFamily="2" charset="-79"/>
                      </a:endParaRPr>
                    </a:p>
                    <a:p>
                      <a:pPr algn="ctr" rtl="1"/>
                      <a:endParaRPr lang="he-IL" sz="2000" i="0" dirty="0">
                        <a:cs typeface="Assistant ExtraBold" panose="00000900000000000000" pitchFamily="2" charset="-79"/>
                      </a:endParaRPr>
                    </a:p>
                  </a:txBody>
                  <a:tcPr anchor="ctr"/>
                </a:tc>
                <a:tc>
                  <a:txBody>
                    <a:bodyPr/>
                    <a:lstStyle/>
                    <a:p>
                      <a:pPr algn="ctr" rtl="1"/>
                      <a:endParaRPr lang="he-IL" sz="2000" i="0" dirty="0">
                        <a:cs typeface="Assistant ExtraBold" panose="00000900000000000000" pitchFamily="2" charset="-79"/>
                      </a:endParaRPr>
                    </a:p>
                  </a:txBody>
                  <a:tcPr anchor="ctr"/>
                </a:tc>
                <a:extLst>
                  <a:ext uri="{0D108BD9-81ED-4DB2-BD59-A6C34878D82A}">
                    <a16:rowId xmlns:a16="http://schemas.microsoft.com/office/drawing/2014/main" val="10001"/>
                  </a:ext>
                </a:extLst>
              </a:tr>
              <a:tr h="2049517">
                <a:tc>
                  <a:txBody>
                    <a:bodyPr/>
                    <a:lstStyle/>
                    <a:p>
                      <a:pPr algn="ctr" rtl="1"/>
                      <a:r>
                        <a:rPr lang="en-US" sz="4000" b="1" i="0" kern="1200" dirty="0">
                          <a:solidFill>
                            <a:schemeClr val="dk1"/>
                          </a:solidFill>
                          <a:latin typeface="Algerian" panose="04020705040A02060702" pitchFamily="82" charset="0"/>
                          <a:ea typeface="Adobe Gothic Std B" panose="020B0800000000000000" pitchFamily="34" charset="-128"/>
                          <a:cs typeface="+mj-cs"/>
                        </a:rPr>
                        <a:t>3D</a:t>
                      </a:r>
                      <a:endParaRPr lang="he-IL" sz="4000" b="1" i="0" kern="1200" dirty="0">
                        <a:solidFill>
                          <a:schemeClr val="dk1"/>
                        </a:solidFill>
                        <a:latin typeface="Algerian" panose="04020705040A02060702" pitchFamily="82" charset="0"/>
                        <a:ea typeface="Adobe Gothic Std B" panose="020B0800000000000000" pitchFamily="34" charset="-128"/>
                        <a:cs typeface="+mj-cs"/>
                      </a:endParaRPr>
                    </a:p>
                  </a:txBody>
                  <a:tcPr anchor="ctr"/>
                </a:tc>
                <a:tc>
                  <a:txBody>
                    <a:bodyPr/>
                    <a:lstStyle/>
                    <a:p>
                      <a:pPr algn="ctr" rtl="1"/>
                      <a:endParaRPr lang="en-US" sz="2000" i="0" dirty="0">
                        <a:cs typeface="Assistant ExtraBold" panose="00000900000000000000" pitchFamily="2" charset="-79"/>
                      </a:endParaRPr>
                    </a:p>
                    <a:p>
                      <a:pPr algn="ctr" rtl="1"/>
                      <a:endParaRPr lang="en-US" sz="2000" i="0" dirty="0">
                        <a:cs typeface="Assistant ExtraBold" panose="00000900000000000000" pitchFamily="2" charset="-79"/>
                      </a:endParaRPr>
                    </a:p>
                    <a:p>
                      <a:pPr algn="ctr" rtl="1"/>
                      <a:endParaRPr lang="en-US" sz="2000" i="0" dirty="0">
                        <a:cs typeface="Assistant ExtraBold" panose="00000900000000000000" pitchFamily="2" charset="-79"/>
                      </a:endParaRPr>
                    </a:p>
                    <a:p>
                      <a:pPr algn="ctr" rtl="1"/>
                      <a:endParaRPr lang="en-US" sz="2000" i="0" dirty="0">
                        <a:cs typeface="Assistant ExtraBold" panose="00000900000000000000" pitchFamily="2" charset="-79"/>
                      </a:endParaRPr>
                    </a:p>
                    <a:p>
                      <a:pPr algn="ctr" rtl="1"/>
                      <a:endParaRPr lang="en-US" sz="2000" i="0" dirty="0">
                        <a:cs typeface="Assistant ExtraBold" panose="00000900000000000000" pitchFamily="2" charset="-79"/>
                      </a:endParaRPr>
                    </a:p>
                    <a:p>
                      <a:pPr algn="ctr" rtl="1"/>
                      <a:endParaRPr lang="he-IL" sz="2000" i="0" dirty="0">
                        <a:cs typeface="Assistant ExtraBold" panose="00000900000000000000" pitchFamily="2" charset="-79"/>
                      </a:endParaRPr>
                    </a:p>
                  </a:txBody>
                  <a:tcPr anchor="ctr"/>
                </a:tc>
                <a:tc>
                  <a:txBody>
                    <a:bodyPr/>
                    <a:lstStyle/>
                    <a:p>
                      <a:pPr algn="ctr" rtl="1"/>
                      <a:endParaRPr lang="he-IL" sz="2000" i="0" dirty="0">
                        <a:cs typeface="Assistant ExtraBold" panose="00000900000000000000" pitchFamily="2" charset="-79"/>
                      </a:endParaRPr>
                    </a:p>
                  </a:txBody>
                  <a:tcPr anchor="ctr"/>
                </a:tc>
                <a:extLst>
                  <a:ext uri="{0D108BD9-81ED-4DB2-BD59-A6C34878D82A}">
                    <a16:rowId xmlns:a16="http://schemas.microsoft.com/office/drawing/2014/main" val="10002"/>
                  </a:ext>
                </a:extLst>
              </a:tr>
            </a:tbl>
          </a:graphicData>
        </a:graphic>
      </p:graphicFrame>
      <p:pic>
        <p:nvPicPr>
          <p:cNvPr id="6" name="תמונה 5" descr="Circle.png"/>
          <p:cNvPicPr>
            <a:picLocks noChangeAspect="1"/>
          </p:cNvPicPr>
          <p:nvPr/>
        </p:nvPicPr>
        <p:blipFill>
          <a:blip r:embed="rId2" cstate="print"/>
          <a:stretch>
            <a:fillRect/>
          </a:stretch>
        </p:blipFill>
        <p:spPr>
          <a:xfrm>
            <a:off x="5519935" y="2339806"/>
            <a:ext cx="1584176" cy="1584176"/>
          </a:xfrm>
          <a:prstGeom prst="rect">
            <a:avLst/>
          </a:prstGeom>
        </p:spPr>
      </p:pic>
      <p:pic>
        <p:nvPicPr>
          <p:cNvPr id="7" name="תמונה 6" descr="sphere.png"/>
          <p:cNvPicPr>
            <a:picLocks noChangeAspect="1"/>
          </p:cNvPicPr>
          <p:nvPr/>
        </p:nvPicPr>
        <p:blipFill>
          <a:blip r:embed="rId3" cstate="print"/>
          <a:stretch>
            <a:fillRect/>
          </a:stretch>
        </p:blipFill>
        <p:spPr>
          <a:xfrm>
            <a:off x="5641639" y="4459227"/>
            <a:ext cx="1340768" cy="1340768"/>
          </a:xfrm>
          <a:prstGeom prst="rect">
            <a:avLst/>
          </a:prstGeom>
        </p:spPr>
      </p:pic>
      <p:pic>
        <p:nvPicPr>
          <p:cNvPr id="8" name="תמונה 7" descr="ellipse.png"/>
          <p:cNvPicPr>
            <a:picLocks noChangeAspect="1"/>
          </p:cNvPicPr>
          <p:nvPr/>
        </p:nvPicPr>
        <p:blipFill>
          <a:blip r:embed="rId4" cstate="print">
            <a:extLst>
              <a:ext uri="{BEBA8EAE-BF5A-486C-A8C5-ECC9F3942E4B}">
                <a14:imgProps xmlns:a14="http://schemas.microsoft.com/office/drawing/2010/main">
                  <a14:imgLayer r:embed="rId5">
                    <a14:imgEffect>
                      <a14:backgroundRemoval t="0" b="100000" l="0" r="100000">
                        <a14:foregroundMark x1="42963" y1="45988" x2="41296" y2="67901"/>
                        <a14:foregroundMark x1="72037" y1="43827" x2="69815" y2="75617"/>
                        <a14:foregroundMark x1="85370" y1="53395" x2="57222" y2="54012"/>
                        <a14:foregroundMark x1="68519" y1="52778" x2="47778" y2="52778"/>
                        <a14:foregroundMark x1="40370" y1="52778" x2="2593" y2="52778"/>
                      </a14:backgroundRemoval>
                    </a14:imgEffect>
                  </a14:imgLayer>
                </a14:imgProps>
              </a:ext>
            </a:extLst>
          </a:blip>
          <a:stretch>
            <a:fillRect/>
          </a:stretch>
        </p:blipFill>
        <p:spPr>
          <a:xfrm>
            <a:off x="2820646" y="2458652"/>
            <a:ext cx="2243478" cy="1346484"/>
          </a:xfrm>
          <a:prstGeom prst="rect">
            <a:avLst/>
          </a:prstGeom>
        </p:spPr>
      </p:pic>
      <p:pic>
        <p:nvPicPr>
          <p:cNvPr id="9" name="תמונה 8" descr="ellipsoid.gif"/>
          <p:cNvPicPr>
            <a:picLocks noChangeAspect="1"/>
          </p:cNvPicPr>
          <p:nvPr/>
        </p:nvPicPr>
        <p:blipFill>
          <a:blip r:embed="rId6" cstate="print"/>
          <a:stretch>
            <a:fillRect/>
          </a:stretch>
        </p:blipFill>
        <p:spPr>
          <a:xfrm>
            <a:off x="2868890" y="4275088"/>
            <a:ext cx="2195234" cy="1867963"/>
          </a:xfrm>
          <a:prstGeom prst="rect">
            <a:avLst/>
          </a:prstGeom>
        </p:spPr>
      </p:pic>
      <p:sp>
        <p:nvSpPr>
          <p:cNvPr id="10" name="כותרת 1"/>
          <p:cNvSpPr txBox="1">
            <a:spLocks/>
          </p:cNvSpPr>
          <p:nvPr/>
        </p:nvSpPr>
        <p:spPr>
          <a:xfrm>
            <a:off x="0" y="525588"/>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9600" dirty="0">
                <a:solidFill>
                  <a:schemeClr val="tx1"/>
                </a:solidFill>
                <a:cs typeface="Assistant ExtraBold" panose="00000900000000000000" pitchFamily="2" charset="-79"/>
              </a:rPr>
              <a:t>אליפסואיד</a:t>
            </a:r>
          </a:p>
        </p:txBody>
      </p:sp>
      <p:sp>
        <p:nvSpPr>
          <p:cNvPr id="12"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155737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5050" y="3499526"/>
            <a:ext cx="758190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כותרת 1"/>
          <p:cNvSpPr txBox="1">
            <a:spLocks/>
          </p:cNvSpPr>
          <p:nvPr/>
        </p:nvSpPr>
        <p:spPr>
          <a:xfrm>
            <a:off x="0" y="761078"/>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5400" dirty="0">
                <a:solidFill>
                  <a:schemeClr val="tx1"/>
                </a:solidFill>
                <a:cs typeface="Assistant ExtraBold" panose="00000900000000000000" pitchFamily="2" charset="-79"/>
              </a:rPr>
              <a:t>ההבדל בין האליפסואידים השונים</a:t>
            </a:r>
          </a:p>
        </p:txBody>
      </p:sp>
      <p:sp>
        <p:nvSpPr>
          <p:cNvPr id="8" name="מציין מיקום תוכן 2"/>
          <p:cNvSpPr>
            <a:spLocks noGrp="1"/>
          </p:cNvSpPr>
          <p:nvPr>
            <p:ph idx="4294967295"/>
          </p:nvPr>
        </p:nvSpPr>
        <p:spPr>
          <a:xfrm>
            <a:off x="908050" y="1688115"/>
            <a:ext cx="10375900" cy="4351338"/>
          </a:xfrm>
        </p:spPr>
        <p:txBody>
          <a:bodyPr>
            <a:noAutofit/>
          </a:bodyPr>
          <a:lstStyle/>
          <a:p>
            <a:pPr algn="ctr"/>
            <a:r>
              <a:rPr lang="he-IL" sz="3200" dirty="0">
                <a:cs typeface="+mj-cs"/>
              </a:rPr>
              <a:t>הפרמטרים המשפיעים על נתוני </a:t>
            </a:r>
            <a:r>
              <a:rPr lang="he-IL" sz="3200" dirty="0" err="1">
                <a:cs typeface="+mj-cs"/>
              </a:rPr>
              <a:t>האליפסואיד</a:t>
            </a:r>
            <a:r>
              <a:rPr lang="he-IL" sz="3200" dirty="0">
                <a:cs typeface="+mj-cs"/>
              </a:rPr>
              <a:t>:</a:t>
            </a:r>
          </a:p>
          <a:p>
            <a:pPr lvl="1" algn="ctr" rtl="1"/>
            <a:r>
              <a:rPr lang="he-IL" sz="3200" dirty="0">
                <a:cs typeface="+mj-cs"/>
              </a:rPr>
              <a:t>רדיוס (</a:t>
            </a:r>
            <a:r>
              <a:rPr lang="en-US" sz="3200" dirty="0">
                <a:latin typeface="Arial" panose="020B0604020202020204" pitchFamily="34" charset="0"/>
                <a:cs typeface="+mj-cs"/>
              </a:rPr>
              <a:t>a</a:t>
            </a:r>
            <a:r>
              <a:rPr lang="he-IL" sz="3200" dirty="0">
                <a:cs typeface="+mj-cs"/>
              </a:rPr>
              <a:t>)</a:t>
            </a:r>
          </a:p>
          <a:p>
            <a:pPr lvl="1" algn="ctr" rtl="1"/>
            <a:r>
              <a:rPr lang="he-IL" sz="3200" dirty="0">
                <a:cs typeface="+mj-cs"/>
              </a:rPr>
              <a:t>פחיסות</a:t>
            </a:r>
            <a:r>
              <a:rPr lang="he-IL" sz="3200" dirty="0">
                <a:latin typeface="Arial" panose="020B0604020202020204" pitchFamily="34" charset="0"/>
                <a:cs typeface="+mj-cs"/>
              </a:rPr>
              <a:t> (</a:t>
            </a:r>
            <a:r>
              <a:rPr lang="en-US" sz="3200" dirty="0">
                <a:latin typeface="Arial" panose="020B0604020202020204" pitchFamily="34" charset="0"/>
                <a:cs typeface="+mj-cs"/>
              </a:rPr>
              <a:t>f</a:t>
            </a:r>
            <a:r>
              <a:rPr lang="he-IL" sz="3200" dirty="0">
                <a:latin typeface="Arial" panose="020B0604020202020204" pitchFamily="34" charset="0"/>
                <a:cs typeface="+mj-cs"/>
              </a:rPr>
              <a:t>)</a:t>
            </a:r>
          </a:p>
        </p:txBody>
      </p:sp>
      <p:sp>
        <p:nvSpPr>
          <p:cNvPr id="9"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149351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txBox="1">
            <a:spLocks/>
          </p:cNvSpPr>
          <p:nvPr/>
        </p:nvSpPr>
        <p:spPr>
          <a:xfrm>
            <a:off x="-359923" y="738020"/>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8800" dirty="0">
                <a:solidFill>
                  <a:schemeClr val="tx1"/>
                </a:solidFill>
                <a:cs typeface="Assistant ExtraBold" panose="00000900000000000000" pitchFamily="2" charset="-79"/>
              </a:rPr>
              <a:t>אבל רגע...</a:t>
            </a:r>
          </a:p>
        </p:txBody>
      </p:sp>
      <p:sp>
        <p:nvSpPr>
          <p:cNvPr id="7" name="מציין מיקום תוכן 2"/>
          <p:cNvSpPr txBox="1">
            <a:spLocks/>
          </p:cNvSpPr>
          <p:nvPr/>
        </p:nvSpPr>
        <p:spPr>
          <a:xfrm>
            <a:off x="0" y="1846441"/>
            <a:ext cx="12192000"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sz="3200" dirty="0">
                <a:latin typeface="Assistant" panose="00000500000000000000" pitchFamily="2" charset="-79"/>
                <a:cs typeface="+mj-cs"/>
              </a:rPr>
              <a:t>פני כדוה"א אינם חלקים כמו כדור/אליפסואיד מושלמים (לא מתמטי)</a:t>
            </a:r>
          </a:p>
          <a:p>
            <a:pPr marL="0" indent="0" algn="ctr">
              <a:buNone/>
            </a:pPr>
            <a:r>
              <a:rPr lang="he-IL" sz="3200" dirty="0">
                <a:latin typeface="Assistant" panose="00000500000000000000" pitchFamily="2" charset="-79"/>
                <a:cs typeface="+mj-cs"/>
              </a:rPr>
              <a:t>   יש לנו הרים וגאיות, אוקיינוסים ויבשות</a:t>
            </a:r>
          </a:p>
          <a:p>
            <a:pPr marL="0" indent="0" algn="ctr">
              <a:buNone/>
            </a:pPr>
            <a:r>
              <a:rPr lang="he-IL" sz="3200" dirty="0">
                <a:latin typeface="Assistant" panose="00000500000000000000" pitchFamily="2" charset="-79"/>
                <a:cs typeface="+mj-cs"/>
              </a:rPr>
              <a:t>כלומר כדור הארץ הינו משטח פיזיקאלי (מושפע מכוח המשיכה)</a:t>
            </a:r>
          </a:p>
          <a:p>
            <a:pPr marL="0" indent="0" algn="ctr">
              <a:buNone/>
            </a:pPr>
            <a:r>
              <a:rPr lang="he-IL" sz="3200" dirty="0">
                <a:latin typeface="Assistant" panose="00000500000000000000" pitchFamily="2" charset="-79"/>
                <a:cs typeface="+mj-cs"/>
              </a:rPr>
              <a:t>לכן, לא ניתן לבצע עליו חישובים.</a:t>
            </a:r>
          </a:p>
          <a:p>
            <a:pPr marL="0" indent="0" algn="ctr">
              <a:buNone/>
            </a:pPr>
            <a:endParaRPr lang="he-IL" sz="4000" dirty="0">
              <a:solidFill>
                <a:srgbClr val="FF0000"/>
              </a:solidFill>
              <a:latin typeface="Assistant" panose="00000500000000000000" pitchFamily="2" charset="-79"/>
              <a:cs typeface="+mj-cs"/>
            </a:endParaRPr>
          </a:p>
          <a:p>
            <a:pPr marL="0" indent="0" algn="ctr">
              <a:buNone/>
            </a:pPr>
            <a:r>
              <a:rPr lang="he-IL" sz="4000" b="1" dirty="0">
                <a:solidFill>
                  <a:schemeClr val="accent3">
                    <a:lumMod val="75000"/>
                  </a:schemeClr>
                </a:solidFill>
                <a:latin typeface="Assistant" panose="00000500000000000000" pitchFamily="2" charset="-79"/>
                <a:cs typeface="+mj-cs"/>
              </a:rPr>
              <a:t>לכן, נשתמש בצורה נוספת הנקראת גאואיד.</a:t>
            </a:r>
          </a:p>
          <a:p>
            <a:endParaRPr lang="he-IL" sz="3200" dirty="0">
              <a:latin typeface="Assistant" panose="00000500000000000000" pitchFamily="2" charset="-79"/>
              <a:cs typeface="+mj-cs"/>
            </a:endParaRPr>
          </a:p>
        </p:txBody>
      </p:sp>
      <p:sp>
        <p:nvSpPr>
          <p:cNvPr id="5"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729122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descr="geoid.jpg"/>
          <p:cNvPicPr>
            <a:picLocks noChangeAspect="1"/>
          </p:cNvPicPr>
          <p:nvPr/>
        </p:nvPicPr>
        <p:blipFill>
          <a:blip r:embed="rId2" cstate="print"/>
          <a:stretch>
            <a:fillRect/>
          </a:stretch>
        </p:blipFill>
        <p:spPr>
          <a:xfrm>
            <a:off x="2148219" y="2518379"/>
            <a:ext cx="3553483" cy="3717032"/>
          </a:xfrm>
          <a:prstGeom prst="rect">
            <a:avLst/>
          </a:prstGeom>
        </p:spPr>
      </p:pic>
      <p:pic>
        <p:nvPicPr>
          <p:cNvPr id="7" name="תמונה 6" descr="GRACE_globe_animation.gif"/>
          <p:cNvPicPr>
            <a:picLocks noChangeAspect="1"/>
          </p:cNvPicPr>
          <p:nvPr/>
        </p:nvPicPr>
        <p:blipFill>
          <a:blip r:embed="rId3" cstate="print"/>
          <a:stretch>
            <a:fillRect/>
          </a:stretch>
        </p:blipFill>
        <p:spPr>
          <a:xfrm>
            <a:off x="6095999" y="2735730"/>
            <a:ext cx="3282330" cy="3282330"/>
          </a:xfrm>
          <a:prstGeom prst="rect">
            <a:avLst/>
          </a:prstGeom>
        </p:spPr>
      </p:pic>
      <p:sp>
        <p:nvSpPr>
          <p:cNvPr id="8" name="כותרת 1"/>
          <p:cNvSpPr txBox="1">
            <a:spLocks/>
          </p:cNvSpPr>
          <p:nvPr/>
        </p:nvSpPr>
        <p:spPr>
          <a:xfrm>
            <a:off x="0" y="651952"/>
            <a:ext cx="12191999"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8800" dirty="0">
                <a:solidFill>
                  <a:schemeClr val="tx1"/>
                </a:solidFill>
                <a:cs typeface="Assistant ExtraBold" panose="00000900000000000000" pitchFamily="2" charset="-79"/>
              </a:rPr>
              <a:t>גיאואיד</a:t>
            </a:r>
          </a:p>
        </p:txBody>
      </p:sp>
      <p:sp>
        <p:nvSpPr>
          <p:cNvPr id="9" name="מציין מיקום תוכן 2"/>
          <p:cNvSpPr txBox="1">
            <a:spLocks/>
          </p:cNvSpPr>
          <p:nvPr/>
        </p:nvSpPr>
        <p:spPr>
          <a:xfrm>
            <a:off x="310753" y="1666722"/>
            <a:ext cx="11570492"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sz="3200" b="1" u="sng" dirty="0">
                <a:cs typeface="+mj-cs"/>
              </a:rPr>
              <a:t>הגדרה</a:t>
            </a:r>
            <a:r>
              <a:rPr lang="he-IL" sz="3200" dirty="0">
                <a:cs typeface="+mj-cs"/>
              </a:rPr>
              <a:t> - משטח שווה פוטנציאל המתאר את גובה האפס הבינלאומי (פני הים)</a:t>
            </a:r>
          </a:p>
        </p:txBody>
      </p:sp>
      <p:sp>
        <p:nvSpPr>
          <p:cNvPr id="11"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166684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מציין מיקום תוכן 2"/>
          <p:cNvSpPr txBox="1">
            <a:spLocks/>
          </p:cNvSpPr>
          <p:nvPr/>
        </p:nvSpPr>
        <p:spPr>
          <a:xfrm>
            <a:off x="1402672" y="1857557"/>
            <a:ext cx="9970622"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600" dirty="0">
                <a:cs typeface="+mj-cs"/>
              </a:rPr>
              <a:t>הגיאואיד הינו גוף פיזיקלי המתאר את פני הים.</a:t>
            </a:r>
            <a:endParaRPr lang="he-IL" sz="3600" b="1" dirty="0">
              <a:cs typeface="+mj-cs"/>
            </a:endParaRPr>
          </a:p>
          <a:p>
            <a:r>
              <a:rPr lang="he-IL" sz="3600" dirty="0">
                <a:cs typeface="+mj-cs"/>
              </a:rPr>
              <a:t>לא ניתן להגדיר אותו מתמטית (ע"י נוסחאות) ולכן, לא ניתן לבצע עליו חישובי מרחק וזווית.</a:t>
            </a:r>
          </a:p>
          <a:p>
            <a:endParaRPr lang="he-IL" sz="3600" dirty="0">
              <a:cs typeface="+mj-cs"/>
            </a:endParaRPr>
          </a:p>
          <a:p>
            <a:r>
              <a:rPr lang="he-IL" sz="3600" dirty="0">
                <a:cs typeface="+mj-cs"/>
              </a:rPr>
              <a:t>אם כך, למה צריך אותו?</a:t>
            </a:r>
          </a:p>
          <a:p>
            <a:pPr marL="0" indent="0" algn="ctr">
              <a:buNone/>
            </a:pPr>
            <a:r>
              <a:rPr lang="he-IL" sz="3600" dirty="0">
                <a:cs typeface="+mj-cs"/>
              </a:rPr>
              <a:t>לחישוב גבהים </a:t>
            </a:r>
            <a:r>
              <a:rPr lang="he-IL" sz="3600" b="1" u="sng" dirty="0">
                <a:cs typeface="+mj-cs"/>
              </a:rPr>
              <a:t>מעל פני הים</a:t>
            </a:r>
            <a:endParaRPr lang="he-IL" sz="3600" b="1" dirty="0">
              <a:cs typeface="+mj-cs"/>
            </a:endParaRPr>
          </a:p>
        </p:txBody>
      </p:sp>
      <p:sp>
        <p:nvSpPr>
          <p:cNvPr id="5"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
        <p:nvSpPr>
          <p:cNvPr id="8" name="כותרת 1"/>
          <p:cNvSpPr txBox="1">
            <a:spLocks/>
          </p:cNvSpPr>
          <p:nvPr/>
        </p:nvSpPr>
        <p:spPr>
          <a:xfrm>
            <a:off x="0" y="651952"/>
            <a:ext cx="12191999"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8800" dirty="0">
                <a:solidFill>
                  <a:schemeClr val="tx1"/>
                </a:solidFill>
                <a:cs typeface="Assistant ExtraBold" panose="00000900000000000000" pitchFamily="2" charset="-79"/>
              </a:rPr>
              <a:t>גיאואיד</a:t>
            </a:r>
          </a:p>
        </p:txBody>
      </p:sp>
      <p:grpSp>
        <p:nvGrpSpPr>
          <p:cNvPr id="9" name="Shape 889"/>
          <p:cNvGrpSpPr/>
          <p:nvPr/>
        </p:nvGrpSpPr>
        <p:grpSpPr>
          <a:xfrm>
            <a:off x="486384" y="4352907"/>
            <a:ext cx="1360476" cy="2073136"/>
            <a:chOff x="6730350" y="2315900"/>
            <a:chExt cx="257700" cy="420100"/>
          </a:xfrm>
        </p:grpSpPr>
        <p:sp>
          <p:nvSpPr>
            <p:cNvPr id="10" name="Shape 890"/>
            <p:cNvSpPr/>
            <p:nvPr/>
          </p:nvSpPr>
          <p:spPr>
            <a:xfrm>
              <a:off x="6807900" y="2671250"/>
              <a:ext cx="102600" cy="22625"/>
            </a:xfrm>
            <a:custGeom>
              <a:avLst/>
              <a:gdLst/>
              <a:ahLst/>
              <a:cxnLst/>
              <a:rect l="0" t="0" r="0" b="0"/>
              <a:pathLst>
                <a:path w="4104" h="905" extrusionOk="0">
                  <a:moveTo>
                    <a:pt x="1" y="1"/>
                  </a:moveTo>
                  <a:lnTo>
                    <a:pt x="1" y="905"/>
                  </a:lnTo>
                  <a:lnTo>
                    <a:pt x="4104" y="905"/>
                  </a:lnTo>
                  <a:lnTo>
                    <a:pt x="4104" y="1"/>
                  </a:lnTo>
                  <a:close/>
                </a:path>
              </a:pathLst>
            </a:custGeom>
            <a:ln/>
          </p:spPr>
          <p:style>
            <a:lnRef idx="2">
              <a:schemeClr val="dk1"/>
            </a:lnRef>
            <a:fillRef idx="1">
              <a:schemeClr val="lt1"/>
            </a:fillRef>
            <a:effectRef idx="0">
              <a:schemeClr val="dk1"/>
            </a:effectRef>
            <a:fontRef idx="minor">
              <a:schemeClr val="dk1"/>
            </a:fontRef>
          </p:style>
          <p:txBody>
            <a:bodyPr lIns="91425" tIns="91425" rIns="91425" bIns="91425" anchor="ctr" anchorCtr="0">
              <a:noAutofit/>
            </a:bodyPr>
            <a:lstStyle/>
            <a:p>
              <a:endParaRPr/>
            </a:p>
          </p:txBody>
        </p:sp>
        <p:sp>
          <p:nvSpPr>
            <p:cNvPr id="11" name="Shape 891"/>
            <p:cNvSpPr/>
            <p:nvPr/>
          </p:nvSpPr>
          <p:spPr>
            <a:xfrm>
              <a:off x="6807900" y="2636450"/>
              <a:ext cx="102600" cy="22625"/>
            </a:xfrm>
            <a:custGeom>
              <a:avLst/>
              <a:gdLst/>
              <a:ahLst/>
              <a:cxnLst/>
              <a:rect l="0" t="0" r="0" b="0"/>
              <a:pathLst>
                <a:path w="4104" h="905" extrusionOk="0">
                  <a:moveTo>
                    <a:pt x="1" y="1"/>
                  </a:moveTo>
                  <a:lnTo>
                    <a:pt x="1" y="905"/>
                  </a:lnTo>
                  <a:lnTo>
                    <a:pt x="4104" y="905"/>
                  </a:lnTo>
                  <a:lnTo>
                    <a:pt x="4104" y="1"/>
                  </a:lnTo>
                  <a:close/>
                </a:path>
              </a:pathLst>
            </a:custGeom>
            <a:ln/>
          </p:spPr>
          <p:style>
            <a:lnRef idx="2">
              <a:schemeClr val="dk1"/>
            </a:lnRef>
            <a:fillRef idx="1">
              <a:schemeClr val="lt1"/>
            </a:fillRef>
            <a:effectRef idx="0">
              <a:schemeClr val="dk1"/>
            </a:effectRef>
            <a:fontRef idx="minor">
              <a:schemeClr val="dk1"/>
            </a:fontRef>
          </p:style>
          <p:txBody>
            <a:bodyPr lIns="91425" tIns="91425" rIns="91425" bIns="91425" anchor="ctr" anchorCtr="0">
              <a:noAutofit/>
            </a:bodyPr>
            <a:lstStyle/>
            <a:p>
              <a:endParaRPr/>
            </a:p>
          </p:txBody>
        </p:sp>
        <p:sp>
          <p:nvSpPr>
            <p:cNvPr id="12" name="Shape 892"/>
            <p:cNvSpPr/>
            <p:nvPr/>
          </p:nvSpPr>
          <p:spPr>
            <a:xfrm>
              <a:off x="6807900" y="2706075"/>
              <a:ext cx="102600" cy="29925"/>
            </a:xfrm>
            <a:custGeom>
              <a:avLst/>
              <a:gdLst/>
              <a:ahLst/>
              <a:cxnLst/>
              <a:rect l="0" t="0" r="0" b="0"/>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ln/>
          </p:spPr>
          <p:style>
            <a:lnRef idx="2">
              <a:schemeClr val="dk1"/>
            </a:lnRef>
            <a:fillRef idx="1">
              <a:schemeClr val="lt1"/>
            </a:fillRef>
            <a:effectRef idx="0">
              <a:schemeClr val="dk1"/>
            </a:effectRef>
            <a:fontRef idx="minor">
              <a:schemeClr val="dk1"/>
            </a:fontRef>
          </p:style>
          <p:txBody>
            <a:bodyPr lIns="91425" tIns="91425" rIns="91425" bIns="91425" anchor="ctr" anchorCtr="0">
              <a:noAutofit/>
            </a:bodyPr>
            <a:lstStyle/>
            <a:p>
              <a:endParaRPr/>
            </a:p>
          </p:txBody>
        </p:sp>
        <p:sp>
          <p:nvSpPr>
            <p:cNvPr id="13" name="Shape 893"/>
            <p:cNvSpPr/>
            <p:nvPr/>
          </p:nvSpPr>
          <p:spPr>
            <a:xfrm>
              <a:off x="6811575" y="2463675"/>
              <a:ext cx="95275" cy="160600"/>
            </a:xfrm>
            <a:custGeom>
              <a:avLst/>
              <a:gdLst/>
              <a:ahLst/>
              <a:cxnLst/>
              <a:rect l="0" t="0" r="0" b="0"/>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ln/>
          </p:spPr>
          <p:style>
            <a:lnRef idx="2">
              <a:schemeClr val="dk1"/>
            </a:lnRef>
            <a:fillRef idx="1">
              <a:schemeClr val="lt1"/>
            </a:fillRef>
            <a:effectRef idx="0">
              <a:schemeClr val="dk1"/>
            </a:effectRef>
            <a:fontRef idx="minor">
              <a:schemeClr val="dk1"/>
            </a:fontRef>
          </p:style>
          <p:txBody>
            <a:bodyPr lIns="91425" tIns="91425" rIns="91425" bIns="91425" anchor="ctr" anchorCtr="0">
              <a:noAutofit/>
            </a:bodyPr>
            <a:lstStyle/>
            <a:p>
              <a:endParaRPr/>
            </a:p>
          </p:txBody>
        </p:sp>
        <p:sp>
          <p:nvSpPr>
            <p:cNvPr id="14" name="Shape 894"/>
            <p:cNvSpPr/>
            <p:nvPr/>
          </p:nvSpPr>
          <p:spPr>
            <a:xfrm>
              <a:off x="6730350" y="2315900"/>
              <a:ext cx="257700" cy="308375"/>
            </a:xfrm>
            <a:custGeom>
              <a:avLst/>
              <a:gdLst/>
              <a:ahLst/>
              <a:cxnLst/>
              <a:rect l="0" t="0" r="0" b="0"/>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ln/>
          </p:spPr>
          <p:style>
            <a:lnRef idx="2">
              <a:schemeClr val="dk1"/>
            </a:lnRef>
            <a:fillRef idx="1">
              <a:schemeClr val="lt1"/>
            </a:fillRef>
            <a:effectRef idx="0">
              <a:schemeClr val="dk1"/>
            </a:effectRef>
            <a:fontRef idx="minor">
              <a:schemeClr val="dk1"/>
            </a:fontRef>
          </p:style>
          <p:txBody>
            <a:bodyPr lIns="91425" tIns="91425" rIns="91425" bIns="91425" anchor="ctr" anchorCtr="0">
              <a:noAutofit/>
            </a:bodyPr>
            <a:lstStyle/>
            <a:p>
              <a:endParaRPr/>
            </a:p>
          </p:txBody>
        </p:sp>
      </p:grpSp>
    </p:spTree>
    <p:extLst>
      <p:ext uri="{BB962C8B-B14F-4D97-AF65-F5344CB8AC3E}">
        <p14:creationId xmlns:p14="http://schemas.microsoft.com/office/powerpoint/2010/main" val="9236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descr="ellipsoid vs geoid.jpg"/>
          <p:cNvPicPr>
            <a:picLocks noChangeAspect="1"/>
          </p:cNvPicPr>
          <p:nvPr/>
        </p:nvPicPr>
        <p:blipFill>
          <a:blip r:embed="rId2" cstate="print"/>
          <a:stretch>
            <a:fillRect/>
          </a:stretch>
        </p:blipFill>
        <p:spPr>
          <a:xfrm>
            <a:off x="3317131" y="2618690"/>
            <a:ext cx="3494657" cy="3379131"/>
          </a:xfrm>
          <a:prstGeom prst="rect">
            <a:avLst/>
          </a:prstGeom>
        </p:spPr>
      </p:pic>
      <p:sp>
        <p:nvSpPr>
          <p:cNvPr id="7" name="כותרת 1"/>
          <p:cNvSpPr txBox="1">
            <a:spLocks/>
          </p:cNvSpPr>
          <p:nvPr/>
        </p:nvSpPr>
        <p:spPr>
          <a:xfrm>
            <a:off x="0" y="597736"/>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9600" dirty="0">
                <a:solidFill>
                  <a:schemeClr val="tx1"/>
                </a:solidFill>
                <a:cs typeface="Assistant ExtraBold" panose="00000900000000000000" pitchFamily="2" charset="-79"/>
              </a:rPr>
              <a:t>גליות</a:t>
            </a:r>
          </a:p>
        </p:txBody>
      </p:sp>
      <p:sp>
        <p:nvSpPr>
          <p:cNvPr id="8" name="מציין מיקום תוכן 2"/>
          <p:cNvSpPr txBox="1">
            <a:spLocks/>
          </p:cNvSpPr>
          <p:nvPr/>
        </p:nvSpPr>
        <p:spPr>
          <a:xfrm>
            <a:off x="1697595" y="1646483"/>
            <a:ext cx="8796810"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cs typeface="Assistant ExtraBold" panose="00000900000000000000" pitchFamily="2" charset="-79"/>
              </a:rPr>
              <a:t>נלביש את </a:t>
            </a:r>
            <a:r>
              <a:rPr lang="he-IL" dirty="0" err="1">
                <a:cs typeface="Assistant ExtraBold" panose="00000900000000000000" pitchFamily="2" charset="-79"/>
              </a:rPr>
              <a:t>האליפסואיד</a:t>
            </a:r>
            <a:r>
              <a:rPr lang="he-IL" dirty="0">
                <a:cs typeface="Assistant ExtraBold" panose="00000900000000000000" pitchFamily="2" charset="-79"/>
              </a:rPr>
              <a:t> לגאואיד בהתאמה ונבדוק את הפערים בניהם</a:t>
            </a:r>
          </a:p>
          <a:p>
            <a:endParaRPr lang="he-IL" dirty="0">
              <a:cs typeface="Assistant ExtraBold" panose="00000900000000000000" pitchFamily="2" charset="-79"/>
            </a:endParaRPr>
          </a:p>
          <a:p>
            <a:endParaRPr lang="he-IL" dirty="0">
              <a:cs typeface="Assistant ExtraBold" panose="00000900000000000000" pitchFamily="2" charset="-79"/>
            </a:endParaRPr>
          </a:p>
          <a:p>
            <a:endParaRPr lang="he-IL" dirty="0">
              <a:cs typeface="Assistant ExtraBold" panose="00000900000000000000" pitchFamily="2" charset="-79"/>
            </a:endParaRPr>
          </a:p>
          <a:p>
            <a:r>
              <a:rPr lang="he-IL" dirty="0">
                <a:cs typeface="Assistant ExtraBold" panose="00000900000000000000" pitchFamily="2" charset="-79"/>
              </a:rPr>
              <a:t>מהו הגובה הנכון?</a:t>
            </a:r>
          </a:p>
        </p:txBody>
      </p:sp>
      <p:sp>
        <p:nvSpPr>
          <p:cNvPr id="15"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81927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
        <p:nvSpPr>
          <p:cNvPr id="9" name="כותרת 1">
            <a:extLst>
              <a:ext uri="{FF2B5EF4-FFF2-40B4-BE49-F238E27FC236}">
                <a16:creationId xmlns:a16="http://schemas.microsoft.com/office/drawing/2014/main" id="{7356CF2B-3570-4478-AC20-6ECDD68B1F3D}"/>
              </a:ext>
            </a:extLst>
          </p:cNvPr>
          <p:cNvSpPr txBox="1">
            <a:spLocks/>
          </p:cNvSpPr>
          <p:nvPr/>
        </p:nvSpPr>
        <p:spPr>
          <a:xfrm>
            <a:off x="2152650" y="0"/>
            <a:ext cx="7886700" cy="63104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rgbClr val="000000"/>
              </a:buClr>
              <a:buSzPts val="1800"/>
              <a:buFont typeface="Arial"/>
              <a:buNone/>
              <a:defRPr sz="3200" b="1" i="0" u="none" strike="noStrike" cap="none">
                <a:solidFill>
                  <a:srgbClr val="000000"/>
                </a:solidFill>
                <a:latin typeface="Assistant" panose="00000500000000000000" pitchFamily="2" charset="-79"/>
                <a:ea typeface="Assistant" panose="00000500000000000000" pitchFamily="2" charset="-79"/>
                <a:cs typeface="Assistant" panose="00000500000000000000" pitchFamily="2" charset="-79"/>
                <a:sym typeface="Arial"/>
              </a:defRPr>
            </a:lvl1pPr>
            <a:lvl2pPr marR="0" lvl="1" algn="ctr" rtl="0" eaLnBrk="1" hangingPunct="1">
              <a:lnSpc>
                <a:spcPct val="100000"/>
              </a:lnSpc>
              <a:spcBef>
                <a:spcPts val="0"/>
              </a:spcBef>
              <a:spcAft>
                <a:spcPts val="0"/>
              </a:spcAft>
              <a:buClr>
                <a:srgbClr val="000000"/>
              </a:buClr>
              <a:buSzPts val="1800"/>
              <a:buFont typeface="Arial"/>
              <a:buNone/>
              <a:defRPr sz="2400" b="0" i="0" u="none" strike="noStrike" cap="none">
                <a:solidFill>
                  <a:srgbClr val="000000"/>
                </a:solidFill>
                <a:latin typeface="Arial"/>
                <a:ea typeface="Arial"/>
                <a:cs typeface="Arial"/>
                <a:sym typeface="Arial"/>
              </a:defRPr>
            </a:lvl2pPr>
            <a:lvl3pPr marR="0" lvl="2" algn="ctr" rtl="0" eaLnBrk="1" hangingPunct="1">
              <a:lnSpc>
                <a:spcPct val="100000"/>
              </a:lnSpc>
              <a:spcBef>
                <a:spcPts val="0"/>
              </a:spcBef>
              <a:spcAft>
                <a:spcPts val="0"/>
              </a:spcAft>
              <a:buClr>
                <a:srgbClr val="000000"/>
              </a:buClr>
              <a:buSzPts val="1800"/>
              <a:buFont typeface="Arial"/>
              <a:buNone/>
              <a:defRPr sz="2400" b="0" i="0" u="none" strike="noStrike" cap="none">
                <a:solidFill>
                  <a:srgbClr val="000000"/>
                </a:solidFill>
                <a:latin typeface="Arial"/>
                <a:ea typeface="Arial"/>
                <a:cs typeface="Arial"/>
                <a:sym typeface="Arial"/>
              </a:defRPr>
            </a:lvl3pPr>
            <a:lvl4pPr marR="0" lvl="3" algn="ctr" rtl="0" eaLnBrk="1" hangingPunct="1">
              <a:lnSpc>
                <a:spcPct val="100000"/>
              </a:lnSpc>
              <a:spcBef>
                <a:spcPts val="0"/>
              </a:spcBef>
              <a:spcAft>
                <a:spcPts val="0"/>
              </a:spcAft>
              <a:buClr>
                <a:srgbClr val="000000"/>
              </a:buClr>
              <a:buSzPts val="1800"/>
              <a:buFont typeface="Arial"/>
              <a:buNone/>
              <a:defRPr sz="2400" b="0" i="0" u="none" strike="noStrike" cap="none">
                <a:solidFill>
                  <a:srgbClr val="000000"/>
                </a:solidFill>
                <a:latin typeface="Arial"/>
                <a:ea typeface="Arial"/>
                <a:cs typeface="Arial"/>
                <a:sym typeface="Arial"/>
              </a:defRPr>
            </a:lvl4pPr>
            <a:lvl5pPr marR="0" lvl="4" algn="ctr" rtl="0" eaLnBrk="1" hangingPunct="1">
              <a:lnSpc>
                <a:spcPct val="100000"/>
              </a:lnSpc>
              <a:spcBef>
                <a:spcPts val="0"/>
              </a:spcBef>
              <a:spcAft>
                <a:spcPts val="0"/>
              </a:spcAft>
              <a:buClr>
                <a:srgbClr val="000000"/>
              </a:buClr>
              <a:buSzPts val="1800"/>
              <a:buFont typeface="Arial"/>
              <a:buNone/>
              <a:defRPr sz="2400" b="0" i="0" u="none" strike="noStrike" cap="none">
                <a:solidFill>
                  <a:srgbClr val="000000"/>
                </a:solidFill>
                <a:latin typeface="Arial"/>
                <a:ea typeface="Arial"/>
                <a:cs typeface="Arial"/>
                <a:sym typeface="Arial"/>
              </a:defRPr>
            </a:lvl5pPr>
            <a:lvl6pPr marR="0" lvl="5" algn="ctr" rtl="0" eaLnBrk="1" hangingPunct="1">
              <a:lnSpc>
                <a:spcPct val="100000"/>
              </a:lnSpc>
              <a:spcBef>
                <a:spcPts val="0"/>
              </a:spcBef>
              <a:spcAft>
                <a:spcPts val="0"/>
              </a:spcAft>
              <a:buClr>
                <a:srgbClr val="000000"/>
              </a:buClr>
              <a:buSzPts val="1800"/>
              <a:buFont typeface="Arial"/>
              <a:buNone/>
              <a:defRPr sz="24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1800"/>
              <a:buFont typeface="Arial"/>
              <a:buNone/>
              <a:defRPr sz="24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1800"/>
              <a:buFont typeface="Arial"/>
              <a:buNone/>
              <a:defRPr sz="24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1800"/>
              <a:buFont typeface="Arial"/>
              <a:buNone/>
              <a:defRPr sz="2400" b="0" i="0" u="none" strike="noStrike" cap="none">
                <a:solidFill>
                  <a:srgbClr val="000000"/>
                </a:solidFill>
                <a:latin typeface="Arial"/>
                <a:ea typeface="Arial"/>
                <a:cs typeface="Arial"/>
                <a:sym typeface="Arial"/>
              </a:defRPr>
            </a:lvl9pPr>
          </a:lstStyle>
          <a:p>
            <a:r>
              <a:rPr lang="he-IL" sz="8800" dirty="0">
                <a:cs typeface="+mj-cs"/>
              </a:rPr>
              <a:t>גליות – המשך</a:t>
            </a:r>
          </a:p>
        </p:txBody>
      </p:sp>
      <p:sp>
        <p:nvSpPr>
          <p:cNvPr id="10" name="מציין מיקום תוכן 2">
            <a:extLst>
              <a:ext uri="{FF2B5EF4-FFF2-40B4-BE49-F238E27FC236}">
                <a16:creationId xmlns:a16="http://schemas.microsoft.com/office/drawing/2014/main" id="{C2BE0217-B912-48D0-B5BA-550077FFB282}"/>
              </a:ext>
            </a:extLst>
          </p:cNvPr>
          <p:cNvSpPr txBox="1">
            <a:spLocks/>
          </p:cNvSpPr>
          <p:nvPr/>
        </p:nvSpPr>
        <p:spPr>
          <a:xfrm>
            <a:off x="1878360" y="1569081"/>
            <a:ext cx="8435280" cy="820688"/>
          </a:xfrm>
          <a:prstGeom prst="rect">
            <a:avLst/>
          </a:prstGeom>
        </p:spPr>
        <p:txBody>
          <a:bodyPr>
            <a:normAutofit/>
          </a:bodyPr>
          <a:lstStyle>
            <a:defPPr marR="0" lvl="0" algn="l" rtl="0">
              <a:lnSpc>
                <a:spcPct val="100000"/>
              </a:lnSpc>
              <a:spcBef>
                <a:spcPts val="0"/>
              </a:spcBef>
              <a:spcAft>
                <a:spcPts val="0"/>
              </a:spcAft>
            </a:defPPr>
            <a:lvl1pPr marR="0" lvl="0"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mn-cs"/>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he-IL" sz="3200" dirty="0">
                <a:cs typeface="+mj-cs"/>
              </a:rPr>
              <a:t>הגדרה – הפרש הגובה בין הגאואיד </a:t>
            </a:r>
            <a:r>
              <a:rPr lang="he-IL" sz="3200" dirty="0" err="1">
                <a:cs typeface="+mj-cs"/>
              </a:rPr>
              <a:t>לאליפסואיד</a:t>
            </a:r>
            <a:r>
              <a:rPr lang="he-IL" sz="3200" dirty="0">
                <a:cs typeface="+mj-cs"/>
              </a:rPr>
              <a:t>.</a:t>
            </a:r>
          </a:p>
          <a:p>
            <a:endParaRPr lang="he-IL" sz="3200" dirty="0">
              <a:cs typeface="+mj-cs"/>
            </a:endParaRPr>
          </a:p>
        </p:txBody>
      </p:sp>
      <p:pic>
        <p:nvPicPr>
          <p:cNvPr id="11" name="מציין מיקום תוכן 3" descr="height conversion.jpg">
            <a:extLst>
              <a:ext uri="{FF2B5EF4-FFF2-40B4-BE49-F238E27FC236}">
                <a16:creationId xmlns:a16="http://schemas.microsoft.com/office/drawing/2014/main" id="{7D03C564-5FAC-412C-8D7F-762815A399D0}"/>
              </a:ext>
            </a:extLst>
          </p:cNvPr>
          <p:cNvPicPr>
            <a:picLocks noChangeAspect="1"/>
          </p:cNvPicPr>
          <p:nvPr/>
        </p:nvPicPr>
        <p:blipFill>
          <a:blip r:embed="rId2" cstate="print"/>
          <a:stretch>
            <a:fillRect/>
          </a:stretch>
        </p:blipFill>
        <p:spPr>
          <a:xfrm>
            <a:off x="1878360" y="2856173"/>
            <a:ext cx="4995021" cy="2808312"/>
          </a:xfrm>
          <a:prstGeom prst="rect">
            <a:avLst/>
          </a:prstGeom>
        </p:spPr>
      </p:pic>
      <p:sp>
        <p:nvSpPr>
          <p:cNvPr id="12" name="Rectangle 11">
            <a:extLst>
              <a:ext uri="{FF2B5EF4-FFF2-40B4-BE49-F238E27FC236}">
                <a16:creationId xmlns:a16="http://schemas.microsoft.com/office/drawing/2014/main" id="{16598906-AA9B-48B0-BBF1-48FD66E2433E}"/>
              </a:ext>
            </a:extLst>
          </p:cNvPr>
          <p:cNvSpPr/>
          <p:nvPr/>
        </p:nvSpPr>
        <p:spPr>
          <a:xfrm>
            <a:off x="7281643" y="3015564"/>
            <a:ext cx="4399079" cy="2246769"/>
          </a:xfrm>
          <a:prstGeom prst="rect">
            <a:avLst/>
          </a:prstGeom>
        </p:spPr>
        <p:txBody>
          <a:bodyPr wrap="square">
            <a:spAutoFit/>
          </a:bodyPr>
          <a:lstStyle/>
          <a:p>
            <a:pPr algn="r" rtl="1"/>
            <a:r>
              <a:rPr lang="he-IL" sz="2800" b="1" u="sng" dirty="0">
                <a:cs typeface="+mj-cs"/>
              </a:rPr>
              <a:t>גובה </a:t>
            </a:r>
            <a:r>
              <a:rPr lang="he-IL" sz="2800" b="1" u="sng" dirty="0" err="1">
                <a:cs typeface="+mj-cs"/>
              </a:rPr>
              <a:t>אורתומטרי</a:t>
            </a:r>
            <a:r>
              <a:rPr lang="he-IL" sz="2800" b="1" u="sng" dirty="0">
                <a:cs typeface="+mj-cs"/>
              </a:rPr>
              <a:t> </a:t>
            </a:r>
            <a:r>
              <a:rPr lang="he-IL" sz="2800" dirty="0">
                <a:cs typeface="+mj-cs"/>
              </a:rPr>
              <a:t>– הגובה מעל פני הים (הגאואיד)(</a:t>
            </a:r>
            <a:r>
              <a:rPr lang="en-US" sz="2800" dirty="0">
                <a:cs typeface="+mj-cs"/>
              </a:rPr>
              <a:t>H</a:t>
            </a:r>
            <a:r>
              <a:rPr lang="he-IL" sz="2800" dirty="0">
                <a:cs typeface="+mj-cs"/>
              </a:rPr>
              <a:t>)</a:t>
            </a:r>
          </a:p>
          <a:p>
            <a:pPr algn="r" rtl="1"/>
            <a:endParaRPr lang="he-IL" sz="2800" dirty="0">
              <a:cs typeface="+mj-cs"/>
            </a:endParaRPr>
          </a:p>
          <a:p>
            <a:pPr algn="r" rtl="1"/>
            <a:r>
              <a:rPr lang="he-IL" sz="2800" b="1" u="sng" dirty="0">
                <a:cs typeface="+mj-cs"/>
              </a:rPr>
              <a:t>גובה </a:t>
            </a:r>
            <a:r>
              <a:rPr lang="he-IL" sz="2800" b="1" u="sng" dirty="0" err="1">
                <a:cs typeface="+mj-cs"/>
              </a:rPr>
              <a:t>אליפסואידלי</a:t>
            </a:r>
            <a:r>
              <a:rPr lang="he-IL" sz="2800" b="1" u="sng" dirty="0">
                <a:cs typeface="+mj-cs"/>
              </a:rPr>
              <a:t> </a:t>
            </a:r>
            <a:r>
              <a:rPr lang="he-IL" sz="2800" dirty="0">
                <a:cs typeface="+mj-cs"/>
              </a:rPr>
              <a:t>– הגובה מעל </a:t>
            </a:r>
            <a:r>
              <a:rPr lang="he-IL" sz="2800" dirty="0" err="1">
                <a:cs typeface="+mj-cs"/>
              </a:rPr>
              <a:t>האליפסואיד</a:t>
            </a:r>
            <a:r>
              <a:rPr lang="he-IL" sz="2800" dirty="0">
                <a:cs typeface="+mj-cs"/>
              </a:rPr>
              <a:t>(</a:t>
            </a:r>
            <a:r>
              <a:rPr lang="en-US" sz="2800" dirty="0">
                <a:cs typeface="+mj-cs"/>
              </a:rPr>
              <a:t>h</a:t>
            </a:r>
            <a:r>
              <a:rPr lang="he-IL" sz="2800" dirty="0">
                <a:cs typeface="+mj-cs"/>
              </a:rPr>
              <a:t>)</a:t>
            </a:r>
            <a:endParaRPr lang="he-IL" sz="3600" dirty="0">
              <a:cs typeface="+mj-cs"/>
            </a:endParaRPr>
          </a:p>
        </p:txBody>
      </p:sp>
    </p:spTree>
    <p:extLst>
      <p:ext uri="{BB962C8B-B14F-4D97-AF65-F5344CB8AC3E}">
        <p14:creationId xmlns:p14="http://schemas.microsoft.com/office/powerpoint/2010/main" val="4137277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p:cNvSpPr txBox="1">
            <a:spLocks/>
          </p:cNvSpPr>
          <p:nvPr/>
        </p:nvSpPr>
        <p:spPr>
          <a:xfrm>
            <a:off x="0" y="679654"/>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8800" dirty="0">
                <a:solidFill>
                  <a:schemeClr val="tx1"/>
                </a:solidFill>
                <a:cs typeface="Assistant ExtraBold" panose="00000900000000000000" pitchFamily="2" charset="-79"/>
              </a:rPr>
              <a:t>דאטום</a:t>
            </a:r>
          </a:p>
        </p:txBody>
      </p:sp>
      <p:sp>
        <p:nvSpPr>
          <p:cNvPr id="7" name="מציין מיקום תוכן 2"/>
          <p:cNvSpPr txBox="1">
            <a:spLocks/>
          </p:cNvSpPr>
          <p:nvPr/>
        </p:nvSpPr>
        <p:spPr>
          <a:xfrm>
            <a:off x="1318792" y="1729709"/>
            <a:ext cx="10059399"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he-IL" sz="3200" b="1" u="sng" dirty="0">
                <a:cs typeface="+mj-cs"/>
              </a:rPr>
              <a:t>הגדרה</a:t>
            </a:r>
            <a:r>
              <a:rPr lang="he-IL" sz="3200" dirty="0">
                <a:cs typeface="+mj-cs"/>
              </a:rPr>
              <a:t> – מכלול הפרמטרים המגדירים ומעגנים את </a:t>
            </a:r>
            <a:r>
              <a:rPr lang="he-IL" sz="3200" dirty="0" err="1">
                <a:cs typeface="+mj-cs"/>
              </a:rPr>
              <a:t>האליפסואיד</a:t>
            </a:r>
            <a:r>
              <a:rPr lang="he-IL" sz="3200" dirty="0">
                <a:cs typeface="+mj-cs"/>
              </a:rPr>
              <a:t> ביחס לפני כדוה"א.</a:t>
            </a:r>
          </a:p>
          <a:p>
            <a:pPr>
              <a:lnSpc>
                <a:spcPct val="100000"/>
              </a:lnSpc>
            </a:pPr>
            <a:r>
              <a:rPr lang="he-IL" sz="3200" b="1" u="sng" dirty="0">
                <a:cs typeface="+mj-cs"/>
              </a:rPr>
              <a:t>דאטום עולמי </a:t>
            </a:r>
            <a:r>
              <a:rPr lang="he-IL" sz="3200" dirty="0">
                <a:cs typeface="+mj-cs"/>
              </a:rPr>
              <a:t>– מתייחס למידת ההתאמה המרחבית של </a:t>
            </a:r>
            <a:r>
              <a:rPr lang="he-IL" sz="3200" dirty="0" err="1">
                <a:cs typeface="+mj-cs"/>
              </a:rPr>
              <a:t>האליפסואיד</a:t>
            </a:r>
            <a:r>
              <a:rPr lang="he-IL" sz="3200" dirty="0">
                <a:cs typeface="+mj-cs"/>
              </a:rPr>
              <a:t> לכלל כדוה"א.</a:t>
            </a:r>
          </a:p>
          <a:p>
            <a:pPr>
              <a:lnSpc>
                <a:spcPct val="100000"/>
              </a:lnSpc>
            </a:pPr>
            <a:r>
              <a:rPr lang="he-IL" sz="3200" b="1" u="sng" dirty="0">
                <a:cs typeface="+mj-cs"/>
              </a:rPr>
              <a:t>דאטום מקומי </a:t>
            </a:r>
            <a:r>
              <a:rPr lang="he-IL" sz="3200" dirty="0">
                <a:cs typeface="+mj-cs"/>
              </a:rPr>
              <a:t>– כאשר מתאימים את </a:t>
            </a:r>
            <a:r>
              <a:rPr lang="he-IL" sz="3200" dirty="0" err="1">
                <a:cs typeface="+mj-cs"/>
              </a:rPr>
              <a:t>האליפסואיד</a:t>
            </a:r>
            <a:r>
              <a:rPr lang="he-IL" sz="3200" dirty="0">
                <a:cs typeface="+mj-cs"/>
              </a:rPr>
              <a:t> מרחבית רק לאזור מסוים על פני כדוה"א.</a:t>
            </a:r>
          </a:p>
        </p:txBody>
      </p:sp>
      <p:sp>
        <p:nvSpPr>
          <p:cNvPr id="10"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148591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descr="ellipsoid vs geoid.jpg"/>
          <p:cNvPicPr>
            <a:picLocks noChangeAspect="1"/>
          </p:cNvPicPr>
          <p:nvPr/>
        </p:nvPicPr>
        <p:blipFill>
          <a:blip r:embed="rId2" cstate="print"/>
          <a:stretch>
            <a:fillRect/>
          </a:stretch>
        </p:blipFill>
        <p:spPr>
          <a:xfrm>
            <a:off x="2782892" y="3406198"/>
            <a:ext cx="2694051" cy="2604991"/>
          </a:xfrm>
          <a:prstGeom prst="rect">
            <a:avLst/>
          </a:prstGeom>
        </p:spPr>
      </p:pic>
      <p:pic>
        <p:nvPicPr>
          <p:cNvPr id="7" name="תמונה 6" descr="global &amp; local ellipsoids.gif"/>
          <p:cNvPicPr>
            <a:picLocks noChangeAspect="1"/>
          </p:cNvPicPr>
          <p:nvPr/>
        </p:nvPicPr>
        <p:blipFill>
          <a:blip r:embed="rId3" cstate="print"/>
          <a:stretch>
            <a:fillRect/>
          </a:stretch>
        </p:blipFill>
        <p:spPr>
          <a:xfrm>
            <a:off x="6096000" y="3753437"/>
            <a:ext cx="3603174" cy="2066156"/>
          </a:xfrm>
          <a:prstGeom prst="rect">
            <a:avLst/>
          </a:prstGeom>
        </p:spPr>
      </p:pic>
      <p:sp>
        <p:nvSpPr>
          <p:cNvPr id="8" name="כותרת 1"/>
          <p:cNvSpPr txBox="1">
            <a:spLocks/>
          </p:cNvSpPr>
          <p:nvPr/>
        </p:nvSpPr>
        <p:spPr>
          <a:xfrm>
            <a:off x="0" y="673330"/>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8800" dirty="0">
                <a:solidFill>
                  <a:schemeClr val="tx1"/>
                </a:solidFill>
                <a:cs typeface="Assistant ExtraBold" panose="00000900000000000000" pitchFamily="2" charset="-79"/>
              </a:rPr>
              <a:t>דאטום</a:t>
            </a:r>
          </a:p>
        </p:txBody>
      </p:sp>
      <p:sp>
        <p:nvSpPr>
          <p:cNvPr id="9" name="מציין מיקום תוכן 2"/>
          <p:cNvSpPr txBox="1">
            <a:spLocks/>
          </p:cNvSpPr>
          <p:nvPr/>
        </p:nvSpPr>
        <p:spPr>
          <a:xfrm>
            <a:off x="272374" y="1832778"/>
            <a:ext cx="11203097"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cs typeface="+mj-cs"/>
              </a:rPr>
              <a:t>נחשוב על </a:t>
            </a:r>
            <a:r>
              <a:rPr lang="he-IL" dirty="0" err="1">
                <a:cs typeface="+mj-cs"/>
              </a:rPr>
              <a:t>הדאטום</a:t>
            </a:r>
            <a:r>
              <a:rPr lang="he-IL" dirty="0">
                <a:cs typeface="+mj-cs"/>
              </a:rPr>
              <a:t> כעל </a:t>
            </a:r>
            <a:r>
              <a:rPr lang="he-IL" b="1" dirty="0">
                <a:cs typeface="+mj-cs"/>
              </a:rPr>
              <a:t>הגוף המתמטי </a:t>
            </a:r>
            <a:r>
              <a:rPr lang="he-IL" dirty="0">
                <a:cs typeface="+mj-cs"/>
              </a:rPr>
              <a:t>שמתאר בצורה הטובה ביותר את כדוה"א כולו, או חלק ממנו.</a:t>
            </a:r>
          </a:p>
          <a:p>
            <a:r>
              <a:rPr lang="he-IL" dirty="0">
                <a:cs typeface="+mj-cs"/>
              </a:rPr>
              <a:t>נזכיר כי בלתי אפשרי לתאר את כדוה"א בצורה מתמטית, רק פיסיקלית.</a:t>
            </a:r>
          </a:p>
        </p:txBody>
      </p:sp>
      <p:sp>
        <p:nvSpPr>
          <p:cNvPr id="11"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364508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descr="1.png"/>
          <p:cNvPicPr>
            <a:picLocks noChangeAspect="1"/>
          </p:cNvPicPr>
          <p:nvPr/>
        </p:nvPicPr>
        <p:blipFill>
          <a:blip r:embed="rId2" cstate="print"/>
          <a:stretch>
            <a:fillRect/>
          </a:stretch>
        </p:blipFill>
        <p:spPr>
          <a:xfrm>
            <a:off x="2994329" y="3030433"/>
            <a:ext cx="3730700" cy="2448272"/>
          </a:xfrm>
          <a:prstGeom prst="rect">
            <a:avLst/>
          </a:prstGeom>
        </p:spPr>
      </p:pic>
      <p:sp>
        <p:nvSpPr>
          <p:cNvPr id="7" name="TextBox 6"/>
          <p:cNvSpPr txBox="1"/>
          <p:nvPr/>
        </p:nvSpPr>
        <p:spPr>
          <a:xfrm>
            <a:off x="6725029" y="3839071"/>
            <a:ext cx="2952328" cy="830997"/>
          </a:xfrm>
          <a:prstGeom prst="rect">
            <a:avLst/>
          </a:prstGeom>
          <a:noFill/>
        </p:spPr>
        <p:txBody>
          <a:bodyPr wrap="square" rtlCol="1">
            <a:spAutoFit/>
          </a:bodyPr>
          <a:lstStyle/>
          <a:p>
            <a:r>
              <a:rPr lang="he-IL" sz="2400" b="1" dirty="0">
                <a:cs typeface="Assistant ExtraBold" panose="00000900000000000000" pitchFamily="2" charset="-79"/>
              </a:rPr>
              <a:t>שחור – אליפסואיד</a:t>
            </a:r>
          </a:p>
          <a:p>
            <a:r>
              <a:rPr lang="he-IL" sz="2400" b="1" dirty="0">
                <a:solidFill>
                  <a:srgbClr val="00B0F0"/>
                </a:solidFill>
                <a:cs typeface="Assistant ExtraBold" panose="00000900000000000000" pitchFamily="2" charset="-79"/>
              </a:rPr>
              <a:t>כחול - גיאואיד</a:t>
            </a:r>
          </a:p>
        </p:txBody>
      </p:sp>
      <p:sp>
        <p:nvSpPr>
          <p:cNvPr id="9" name="מציין מיקום תוכן 2"/>
          <p:cNvSpPr txBox="1">
            <a:spLocks/>
          </p:cNvSpPr>
          <p:nvPr/>
        </p:nvSpPr>
        <p:spPr>
          <a:xfrm>
            <a:off x="1230537" y="1689542"/>
            <a:ext cx="9730925"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e-IL" sz="3600" dirty="0">
                <a:cs typeface="+mj-cs"/>
              </a:rPr>
              <a:t>נסתכל על כדוה"א שלנו, כפי שהוא מוגדר ע"י שילוב של אליפסואיד </a:t>
            </a:r>
            <a:r>
              <a:rPr lang="he-IL" sz="3600" dirty="0" err="1">
                <a:cs typeface="+mj-cs"/>
              </a:rPr>
              <a:t>וגיאואיד</a:t>
            </a:r>
            <a:r>
              <a:rPr lang="he-IL" sz="3600" dirty="0">
                <a:cs typeface="+mj-cs"/>
              </a:rPr>
              <a:t>:</a:t>
            </a:r>
          </a:p>
        </p:txBody>
      </p:sp>
      <p:sp>
        <p:nvSpPr>
          <p:cNvPr id="10" name="כותרת 1"/>
          <p:cNvSpPr txBox="1">
            <a:spLocks/>
          </p:cNvSpPr>
          <p:nvPr/>
        </p:nvSpPr>
        <p:spPr>
          <a:xfrm>
            <a:off x="0" y="673330"/>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8800" dirty="0">
                <a:solidFill>
                  <a:schemeClr val="tx1"/>
                </a:solidFill>
                <a:cs typeface="Assistant ExtraBold" panose="00000900000000000000" pitchFamily="2" charset="-79"/>
              </a:rPr>
              <a:t>דאטום</a:t>
            </a:r>
          </a:p>
        </p:txBody>
      </p:sp>
      <p:sp>
        <p:nvSpPr>
          <p:cNvPr id="12"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65761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descr="2.png"/>
          <p:cNvPicPr>
            <a:picLocks noChangeAspect="1"/>
          </p:cNvPicPr>
          <p:nvPr/>
        </p:nvPicPr>
        <p:blipFill>
          <a:blip r:embed="rId2" cstate="print"/>
          <a:stretch>
            <a:fillRect/>
          </a:stretch>
        </p:blipFill>
        <p:spPr>
          <a:xfrm>
            <a:off x="3485264" y="2681204"/>
            <a:ext cx="5707782" cy="3744839"/>
          </a:xfrm>
          <a:prstGeom prst="rect">
            <a:avLst/>
          </a:prstGeom>
        </p:spPr>
      </p:pic>
      <p:sp>
        <p:nvSpPr>
          <p:cNvPr id="8" name="מציין מיקום תוכן 2"/>
          <p:cNvSpPr txBox="1">
            <a:spLocks/>
          </p:cNvSpPr>
          <p:nvPr/>
        </p:nvSpPr>
        <p:spPr>
          <a:xfrm>
            <a:off x="799876" y="1689542"/>
            <a:ext cx="10592248"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200" dirty="0">
                <a:latin typeface="Assistant" panose="00000500000000000000" pitchFamily="2" charset="-79"/>
                <a:cs typeface="+mj-cs"/>
              </a:rPr>
              <a:t>ועכשיו נדבר על תהליך המעבר של </a:t>
            </a:r>
            <a:r>
              <a:rPr lang="he-IL" sz="3200" dirty="0" err="1">
                <a:latin typeface="Assistant" panose="00000500000000000000" pitchFamily="2" charset="-79"/>
                <a:cs typeface="+mj-cs"/>
              </a:rPr>
              <a:t>האליפסואיד</a:t>
            </a:r>
            <a:r>
              <a:rPr lang="he-IL" sz="3200" dirty="0">
                <a:latin typeface="Assistant" panose="00000500000000000000" pitchFamily="2" charset="-79"/>
                <a:cs typeface="+mj-cs"/>
              </a:rPr>
              <a:t> </a:t>
            </a:r>
            <a:r>
              <a:rPr lang="en-US" sz="3200" b="1" dirty="0">
                <a:latin typeface="Assistant" panose="00000500000000000000" pitchFamily="2" charset="-79"/>
                <a:ea typeface="Adobe Gothic Std B" panose="020B0800000000000000" pitchFamily="34" charset="-128"/>
                <a:cs typeface="+mj-cs"/>
              </a:rPr>
              <a:t>DI4E</a:t>
            </a:r>
            <a:r>
              <a:rPr lang="he-IL" sz="3200" dirty="0">
                <a:latin typeface="Assistant" panose="00000500000000000000" pitchFamily="2" charset="-79"/>
                <a:cs typeface="+mj-cs"/>
              </a:rPr>
              <a:t> </a:t>
            </a:r>
            <a:r>
              <a:rPr lang="he-IL" sz="3200" dirty="0" err="1">
                <a:latin typeface="Assistant" panose="00000500000000000000" pitchFamily="2" charset="-79"/>
                <a:cs typeface="+mj-cs"/>
              </a:rPr>
              <a:t>לדאטום</a:t>
            </a:r>
            <a:r>
              <a:rPr lang="he-IL" sz="3200" dirty="0">
                <a:latin typeface="Assistant" panose="00000500000000000000" pitchFamily="2" charset="-79"/>
                <a:cs typeface="+mj-cs"/>
              </a:rPr>
              <a:t>.</a:t>
            </a:r>
          </a:p>
          <a:p>
            <a:r>
              <a:rPr lang="he-IL" sz="3200" dirty="0">
                <a:latin typeface="Assistant" panose="00000500000000000000" pitchFamily="2" charset="-79"/>
                <a:cs typeface="+mj-cs"/>
              </a:rPr>
              <a:t>אז תחילה, במה נבדל </a:t>
            </a:r>
            <a:r>
              <a:rPr lang="he-IL" sz="3200" dirty="0" err="1">
                <a:latin typeface="Assistant" panose="00000500000000000000" pitchFamily="2" charset="-79"/>
                <a:cs typeface="+mj-cs"/>
              </a:rPr>
              <a:t>האליפסואיד</a:t>
            </a:r>
            <a:r>
              <a:rPr lang="he-IL" sz="3200" dirty="0">
                <a:latin typeface="Assistant" panose="00000500000000000000" pitchFamily="2" charset="-79"/>
                <a:cs typeface="+mj-cs"/>
              </a:rPr>
              <a:t> האדום מהשחור?</a:t>
            </a:r>
          </a:p>
        </p:txBody>
      </p:sp>
      <p:sp>
        <p:nvSpPr>
          <p:cNvPr id="5" name="כותרת 1"/>
          <p:cNvSpPr txBox="1">
            <a:spLocks/>
          </p:cNvSpPr>
          <p:nvPr/>
        </p:nvSpPr>
        <p:spPr>
          <a:xfrm>
            <a:off x="0" y="673330"/>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8800" dirty="0">
                <a:solidFill>
                  <a:schemeClr val="tx1"/>
                </a:solidFill>
                <a:cs typeface="Assistant ExtraBold" panose="00000900000000000000" pitchFamily="2" charset="-79"/>
              </a:rPr>
              <a:t>דאטום</a:t>
            </a:r>
          </a:p>
        </p:txBody>
      </p:sp>
      <p:sp>
        <p:nvSpPr>
          <p:cNvPr id="10"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23435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תמונה 5" descr="3.png"/>
          <p:cNvPicPr>
            <a:picLocks noChangeAspect="1"/>
          </p:cNvPicPr>
          <p:nvPr/>
        </p:nvPicPr>
        <p:blipFill>
          <a:blip r:embed="rId3" cstate="print"/>
          <a:stretch>
            <a:fillRect/>
          </a:stretch>
        </p:blipFill>
        <p:spPr>
          <a:xfrm>
            <a:off x="2629197" y="1609116"/>
            <a:ext cx="3038017" cy="2056374"/>
          </a:xfrm>
          <a:prstGeom prst="rect">
            <a:avLst/>
          </a:prstGeom>
        </p:spPr>
      </p:pic>
      <p:sp>
        <p:nvSpPr>
          <p:cNvPr id="7" name="חץ ימינה 6"/>
          <p:cNvSpPr/>
          <p:nvPr/>
        </p:nvSpPr>
        <p:spPr>
          <a:xfrm rot="5400000">
            <a:off x="3824169" y="3869456"/>
            <a:ext cx="648072" cy="288032"/>
          </a:xfrm>
          <a:prstGeom prst="rightArrow">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descr="4.png"/>
          <p:cNvPicPr>
            <a:picLocks noChangeAspect="1"/>
          </p:cNvPicPr>
          <p:nvPr/>
        </p:nvPicPr>
        <p:blipFill>
          <a:blip r:embed="rId4" cstate="print"/>
          <a:stretch>
            <a:fillRect/>
          </a:stretch>
        </p:blipFill>
        <p:spPr>
          <a:xfrm>
            <a:off x="2629197" y="4373176"/>
            <a:ext cx="2980141" cy="2017199"/>
          </a:xfrm>
          <a:prstGeom prst="rect">
            <a:avLst/>
          </a:prstGeom>
        </p:spPr>
      </p:pic>
      <p:sp>
        <p:nvSpPr>
          <p:cNvPr id="9" name="חץ ימינה 8"/>
          <p:cNvSpPr/>
          <p:nvPr/>
        </p:nvSpPr>
        <p:spPr>
          <a:xfrm>
            <a:off x="5659677" y="5080098"/>
            <a:ext cx="648072" cy="288032"/>
          </a:xfrm>
          <a:prstGeom prst="rightArrow">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0" name="תמונה 9" descr="5.png"/>
          <p:cNvPicPr>
            <a:picLocks noChangeAspect="1"/>
          </p:cNvPicPr>
          <p:nvPr/>
        </p:nvPicPr>
        <p:blipFill>
          <a:blip r:embed="rId5" cstate="print">
            <a:extLst>
              <a:ext uri="{BEBA8EAE-BF5A-486C-A8C5-ECC9F3942E4B}">
                <a14:imgProps xmlns:a14="http://schemas.microsoft.com/office/drawing/2010/main">
                  <a14:imgLayer r:embed="rId6">
                    <a14:imgEffect>
                      <a14:backgroundRemoval t="0" b="96708" l="0" r="100000"/>
                    </a14:imgEffect>
                  </a14:imgLayer>
                </a14:imgProps>
              </a:ext>
            </a:extLst>
          </a:blip>
          <a:stretch>
            <a:fillRect/>
          </a:stretch>
        </p:blipFill>
        <p:spPr>
          <a:xfrm>
            <a:off x="6520965" y="4132738"/>
            <a:ext cx="3420858" cy="2315511"/>
          </a:xfrm>
          <a:prstGeom prst="rect">
            <a:avLst/>
          </a:prstGeom>
        </p:spPr>
      </p:pic>
      <p:sp>
        <p:nvSpPr>
          <p:cNvPr id="11" name="כותרת 1"/>
          <p:cNvSpPr txBox="1">
            <a:spLocks/>
          </p:cNvSpPr>
          <p:nvPr/>
        </p:nvSpPr>
        <p:spPr>
          <a:xfrm>
            <a:off x="119336" y="808731"/>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6600" dirty="0">
                <a:solidFill>
                  <a:schemeClr val="tx1"/>
                </a:solidFill>
                <a:cs typeface="Assistant ExtraBold" panose="00000900000000000000" pitchFamily="2" charset="-79"/>
              </a:rPr>
              <a:t>ההבדל בין אליפסואיד ודאטום</a:t>
            </a:r>
          </a:p>
        </p:txBody>
      </p:sp>
      <p:sp>
        <p:nvSpPr>
          <p:cNvPr id="12" name="מציין מיקום תוכן 2"/>
          <p:cNvSpPr txBox="1">
            <a:spLocks/>
          </p:cNvSpPr>
          <p:nvPr/>
        </p:nvSpPr>
        <p:spPr>
          <a:xfrm>
            <a:off x="5912527" y="2096911"/>
            <a:ext cx="4581877" cy="573150"/>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600" dirty="0">
                <a:latin typeface="+mn-lt"/>
                <a:cs typeface="Assistant ExtraBold" panose="00000900000000000000" pitchFamily="2" charset="-79"/>
              </a:rPr>
              <a:t>שלושה פרמטרי סיבוב</a:t>
            </a:r>
          </a:p>
        </p:txBody>
      </p:sp>
      <p:sp>
        <p:nvSpPr>
          <p:cNvPr id="14"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
        <p:nvSpPr>
          <p:cNvPr id="15" name="מציין מיקום תוכן 2">
            <a:extLst>
              <a:ext uri="{FF2B5EF4-FFF2-40B4-BE49-F238E27FC236}">
                <a16:creationId xmlns:a16="http://schemas.microsoft.com/office/drawing/2014/main" id="{7CD31F13-A96A-4186-8DDA-4A87AF1F682C}"/>
              </a:ext>
            </a:extLst>
          </p:cNvPr>
          <p:cNvSpPr txBox="1">
            <a:spLocks/>
          </p:cNvSpPr>
          <p:nvPr/>
        </p:nvSpPr>
        <p:spPr>
          <a:xfrm>
            <a:off x="5912527" y="2677574"/>
            <a:ext cx="4581877" cy="67267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600" dirty="0">
                <a:cs typeface="Assistant ExtraBold" panose="00000900000000000000" pitchFamily="2" charset="-79"/>
              </a:rPr>
              <a:t>שלושה פרמטרי הזזה</a:t>
            </a:r>
          </a:p>
        </p:txBody>
      </p:sp>
      <p:sp>
        <p:nvSpPr>
          <p:cNvPr id="16" name="מציין מיקום תוכן 2">
            <a:extLst>
              <a:ext uri="{FF2B5EF4-FFF2-40B4-BE49-F238E27FC236}">
                <a16:creationId xmlns:a16="http://schemas.microsoft.com/office/drawing/2014/main" id="{757AD29B-4B8F-4FC3-A209-218B88176753}"/>
              </a:ext>
            </a:extLst>
          </p:cNvPr>
          <p:cNvSpPr txBox="1">
            <a:spLocks/>
          </p:cNvSpPr>
          <p:nvPr/>
        </p:nvSpPr>
        <p:spPr>
          <a:xfrm>
            <a:off x="6707707" y="3290177"/>
            <a:ext cx="3786697" cy="605077"/>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sz="3600" dirty="0">
                <a:cs typeface="Assistant ExtraBold" panose="00000900000000000000" pitchFamily="2" charset="-79"/>
              </a:rPr>
              <a:t>פרמטר קנה מידה</a:t>
            </a:r>
          </a:p>
        </p:txBody>
      </p:sp>
    </p:spTree>
    <p:extLst>
      <p:ext uri="{BB962C8B-B14F-4D97-AF65-F5344CB8AC3E}">
        <p14:creationId xmlns:p14="http://schemas.microsoft.com/office/powerpoint/2010/main" val="3129706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מציין מיקום תוכן 3" descr="clarke to wgs84.gif"/>
          <p:cNvPicPr>
            <a:picLocks noChangeAspect="1"/>
          </p:cNvPicPr>
          <p:nvPr/>
        </p:nvPicPr>
        <p:blipFill>
          <a:blip r:embed="rId2" cstate="print"/>
          <a:stretch>
            <a:fillRect/>
          </a:stretch>
        </p:blipFill>
        <p:spPr>
          <a:xfrm>
            <a:off x="2306742" y="3627387"/>
            <a:ext cx="7578516" cy="2475649"/>
          </a:xfrm>
          <a:prstGeom prst="rect">
            <a:avLst/>
          </a:prstGeom>
        </p:spPr>
      </p:pic>
      <p:sp>
        <p:nvSpPr>
          <p:cNvPr id="7" name="כותרת 1"/>
          <p:cNvSpPr txBox="1">
            <a:spLocks/>
          </p:cNvSpPr>
          <p:nvPr/>
        </p:nvSpPr>
        <p:spPr>
          <a:xfrm>
            <a:off x="0" y="770805"/>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6600" dirty="0">
                <a:solidFill>
                  <a:schemeClr val="tx1"/>
                </a:solidFill>
                <a:cs typeface="Assistant ExtraBold" panose="00000900000000000000" pitchFamily="2" charset="-79"/>
              </a:rPr>
              <a:t>ההבדל בין הדאטומים השונים</a:t>
            </a:r>
          </a:p>
        </p:txBody>
      </p:sp>
      <p:sp>
        <p:nvSpPr>
          <p:cNvPr id="8" name="מציין מיקום תוכן 2"/>
          <p:cNvSpPr txBox="1">
            <a:spLocks/>
          </p:cNvSpPr>
          <p:nvPr/>
        </p:nvSpPr>
        <p:spPr>
          <a:xfrm>
            <a:off x="1697595" y="1724861"/>
            <a:ext cx="8796810" cy="4351338"/>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Segoe UI Semilight" panose="020B0402040204020203" pitchFamily="34" charset="0"/>
                <a:ea typeface="+mn-ea"/>
                <a:cs typeface="Segoe UI Semilight" panose="020B0402040204020203" pitchFamily="34" charset="0"/>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Segoe UI Semilight" panose="020B0402040204020203" pitchFamily="34" charset="0"/>
                <a:ea typeface="+mn-ea"/>
                <a:cs typeface="Segoe UI Semilight" panose="020B0402040204020203" pitchFamily="34" charset="0"/>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Segoe UI Semilight" panose="020B0402040204020203" pitchFamily="34" charset="0"/>
                <a:ea typeface="+mn-ea"/>
                <a:cs typeface="Segoe UI Semilight" panose="020B0402040204020203" pitchFamily="34" charset="0"/>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Segoe UI Semilight" panose="020B0402040204020203" pitchFamily="34" charset="0"/>
                <a:ea typeface="+mn-ea"/>
                <a:cs typeface="Segoe UI Semilight" panose="020B0402040204020203"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e-IL" dirty="0">
                <a:latin typeface="+mn-lt"/>
                <a:ea typeface="Adobe Gothic Std B" panose="020B0800000000000000" pitchFamily="34" charset="-128"/>
                <a:cs typeface="Assistant ExtraBold" panose="00000900000000000000" pitchFamily="2" charset="-79"/>
              </a:rPr>
              <a:t>הדאטומים השונים נבדלים ביניהם בפרמטרים הבאים:</a:t>
            </a:r>
          </a:p>
          <a:p>
            <a:pPr lvl="1"/>
            <a:r>
              <a:rPr lang="he-IL" dirty="0">
                <a:latin typeface="+mn-lt"/>
                <a:ea typeface="Adobe Gothic Std B" panose="020B0800000000000000" pitchFamily="34" charset="-128"/>
                <a:cs typeface="Assistant ExtraBold" panose="00000900000000000000" pitchFamily="2" charset="-79"/>
              </a:rPr>
              <a:t>רדיוס (</a:t>
            </a:r>
            <a:r>
              <a:rPr lang="en-US" dirty="0">
                <a:latin typeface="+mn-lt"/>
                <a:ea typeface="Adobe Gothic Std B" panose="020B0800000000000000" pitchFamily="34" charset="-128"/>
                <a:cs typeface="Assistant ExtraBold" panose="00000900000000000000" pitchFamily="2" charset="-79"/>
              </a:rPr>
              <a:t>a</a:t>
            </a:r>
            <a:r>
              <a:rPr lang="he-IL" dirty="0">
                <a:latin typeface="+mn-lt"/>
                <a:ea typeface="Adobe Gothic Std B" panose="020B0800000000000000" pitchFamily="34" charset="-128"/>
                <a:cs typeface="Assistant ExtraBold" panose="00000900000000000000" pitchFamily="2" charset="-79"/>
              </a:rPr>
              <a:t>)</a:t>
            </a:r>
          </a:p>
          <a:p>
            <a:pPr lvl="1"/>
            <a:r>
              <a:rPr lang="he-IL" dirty="0">
                <a:latin typeface="+mn-lt"/>
                <a:ea typeface="Adobe Gothic Std B" panose="020B0800000000000000" pitchFamily="34" charset="-128"/>
                <a:cs typeface="Assistant ExtraBold" panose="00000900000000000000" pitchFamily="2" charset="-79"/>
              </a:rPr>
              <a:t>פחיסות (</a:t>
            </a:r>
            <a:r>
              <a:rPr lang="en-US" dirty="0">
                <a:latin typeface="+mn-lt"/>
                <a:ea typeface="Adobe Gothic Std B" panose="020B0800000000000000" pitchFamily="34" charset="-128"/>
                <a:cs typeface="Assistant ExtraBold" panose="00000900000000000000" pitchFamily="2" charset="-79"/>
              </a:rPr>
              <a:t>f</a:t>
            </a:r>
            <a:r>
              <a:rPr lang="he-IL" dirty="0">
                <a:latin typeface="+mn-lt"/>
                <a:ea typeface="Adobe Gothic Std B" panose="020B0800000000000000" pitchFamily="34" charset="-128"/>
                <a:cs typeface="Assistant ExtraBold" panose="00000900000000000000" pitchFamily="2" charset="-79"/>
              </a:rPr>
              <a:t>)</a:t>
            </a:r>
          </a:p>
          <a:p>
            <a:pPr lvl="1"/>
            <a:r>
              <a:rPr lang="he-IL" dirty="0">
                <a:latin typeface="+mn-lt"/>
                <a:ea typeface="Adobe Gothic Std B" panose="020B0800000000000000" pitchFamily="34" charset="-128"/>
                <a:cs typeface="Assistant ExtraBold" panose="00000900000000000000" pitchFamily="2" charset="-79"/>
              </a:rPr>
              <a:t>שלושה פרמטרי הזזה במרחב (</a:t>
            </a:r>
            <a:r>
              <a:rPr lang="en-US" dirty="0">
                <a:latin typeface="+mn-lt"/>
                <a:ea typeface="Adobe Gothic Std B" panose="020B0800000000000000" pitchFamily="34" charset="-128"/>
                <a:cs typeface="Assistant ExtraBold" panose="00000900000000000000" pitchFamily="2" charset="-79"/>
              </a:rPr>
              <a:t>∆x, ∆y, ∆z</a:t>
            </a:r>
            <a:r>
              <a:rPr lang="he-IL" dirty="0">
                <a:latin typeface="+mn-lt"/>
                <a:ea typeface="Adobe Gothic Std B" panose="020B0800000000000000" pitchFamily="34" charset="-128"/>
                <a:cs typeface="Assistant ExtraBold" panose="00000900000000000000" pitchFamily="2" charset="-79"/>
              </a:rPr>
              <a:t>)</a:t>
            </a:r>
          </a:p>
        </p:txBody>
      </p:sp>
      <p:sp>
        <p:nvSpPr>
          <p:cNvPr id="9"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4016592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1"/>
          <p:cNvSpPr txBox="1">
            <a:spLocks/>
          </p:cNvSpPr>
          <p:nvPr/>
        </p:nvSpPr>
        <p:spPr>
          <a:xfrm>
            <a:off x="0" y="3021829"/>
            <a:ext cx="12192000" cy="631049"/>
          </a:xfrm>
          <a:prstGeom prst="rect">
            <a:avLst/>
          </a:prstGeom>
        </p:spPr>
        <p:txBody>
          <a:bodyPr vert="horz" lIns="91440" tIns="45720" rIns="91440" bIns="45720" rtlCol="1" anchor="ctr">
            <a:noAutofit/>
          </a:bodyPr>
          <a:lstStyle>
            <a:lvl1pPr algn="r" defTabSz="914400" rtl="1" eaLnBrk="1" latinLnBrk="0" hangingPunct="1">
              <a:lnSpc>
                <a:spcPct val="90000"/>
              </a:lnSpc>
              <a:spcBef>
                <a:spcPct val="0"/>
              </a:spcBef>
              <a:buNone/>
              <a:defRPr sz="4400" b="1" kern="1200">
                <a:solidFill>
                  <a:srgbClr val="001848"/>
                </a:solidFill>
                <a:effectLst>
                  <a:outerShdw blurRad="38100" dist="38100" dir="2700000" algn="tl">
                    <a:srgbClr val="000000">
                      <a:alpha val="43137"/>
                    </a:srgbClr>
                  </a:outerShdw>
                </a:effectLst>
                <a:latin typeface="Segoe UI Semilight" panose="020B0402040204020203" pitchFamily="34" charset="0"/>
                <a:ea typeface="+mj-ea"/>
                <a:cs typeface="Segoe UI Semilight" panose="020B0402040204020203" pitchFamily="34" charset="0"/>
              </a:defRPr>
            </a:lvl1pPr>
          </a:lstStyle>
          <a:p>
            <a:pPr algn="ctr"/>
            <a:r>
              <a:rPr lang="he-IL" sz="13800" dirty="0">
                <a:solidFill>
                  <a:schemeClr val="tx1"/>
                </a:solidFill>
                <a:effectLst/>
                <a:cs typeface="Assistant ExtraBold" panose="00000900000000000000" pitchFamily="2" charset="-79"/>
              </a:rPr>
              <a:t>שאלות?</a:t>
            </a:r>
          </a:p>
        </p:txBody>
      </p:sp>
      <p:sp>
        <p:nvSpPr>
          <p:cNvPr id="5" name="כותרת משנה 2"/>
          <p:cNvSpPr txBox="1">
            <a:spLocks/>
          </p:cNvSpPr>
          <p:nvPr/>
        </p:nvSpPr>
        <p:spPr>
          <a:xfrm>
            <a:off x="0" y="6426043"/>
            <a:ext cx="12192000" cy="1655762"/>
          </a:xfrm>
          <a:prstGeom prst="rect">
            <a:avLst/>
          </a:prstGeom>
        </p:spPr>
        <p:txBody>
          <a:bodyPr vert="horz" lIns="91440" tIns="45720" rIns="91440" bIns="45720" rtlCol="1">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400" dirty="0">
                <a:cs typeface="Assistant ExtraBold" panose="00000900000000000000" pitchFamily="2" charset="-79"/>
              </a:rPr>
              <a:t>-בלמ"ס-</a:t>
            </a:r>
            <a:endParaRPr lang="he-IL" sz="1100" dirty="0">
              <a:cs typeface="Assistant ExtraBold" panose="00000900000000000000" pitchFamily="2" charset="-79"/>
            </a:endParaRPr>
          </a:p>
        </p:txBody>
      </p:sp>
    </p:spTree>
    <p:extLst>
      <p:ext uri="{BB962C8B-B14F-4D97-AF65-F5344CB8AC3E}">
        <p14:creationId xmlns:p14="http://schemas.microsoft.com/office/powerpoint/2010/main" val="3419998482"/>
      </p:ext>
    </p:extLst>
  </p:cSld>
  <p:clrMapOvr>
    <a:masterClrMapping/>
  </p:clrMapOvr>
</p:sld>
</file>

<file path=ppt/theme/theme1.xml><?xml version="1.0" encoding="utf-8"?>
<a:theme xmlns:a="http://schemas.openxmlformats.org/drawingml/2006/main" name="ערכת נושא 6">
  <a:themeElements>
    <a:clrScheme name="צהוב ירוק">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התאמה אישית ASSISTANT">
      <a:majorFont>
        <a:latin typeface="Assistant ExtraBold"/>
        <a:ea typeface=""/>
        <a:cs typeface="Assistant ExtraBold"/>
      </a:majorFont>
      <a:minorFont>
        <a:latin typeface="Assistant"/>
        <a:ea typeface=""/>
        <a:cs typeface="Assistan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spcFirstLastPara="1" vert="horz" wrap="square" lIns="121900" tIns="121900" rIns="121900" bIns="121900" rtlCol="1" anchor="t" anchorCtr="0">
        <a:noAutofit/>
      </a:bodyPr>
      <a:lstStyle>
        <a:defPPr algn="l" rtl="0">
          <a:lnSpc>
            <a:spcPct val="100000"/>
          </a:lnSpc>
          <a:defRPr sz="1600" b="1" dirty="0" smtClean="0">
            <a:latin typeface="Assistant" panose="00000500000000000000" pitchFamily="2" charset="-79"/>
            <a:cs typeface="Assistant" panose="00000500000000000000" pitchFamily="2" charset="-79"/>
          </a:defRPr>
        </a:defPPr>
      </a:lstStyle>
    </a:txDef>
  </a:objectDefaults>
  <a:extraClrSchemeLst/>
  <a:extLst>
    <a:ext uri="{05A4C25C-085E-4340-85A3-A5531E510DB2}">
      <thm15:themeFamily xmlns:thm15="http://schemas.microsoft.com/office/thememl/2012/main" name="ערכת נושא 6" id="{8D19CE54-228C-477C-88CB-021863CFADC7}" vid="{952FCF2E-9A2D-4BCE-896F-A77B81E3D14F}"/>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ערכת נושא 6</Template>
  <TotalTime>2678</TotalTime>
  <Words>825</Words>
  <Application>Microsoft Office PowerPoint</Application>
  <PresentationFormat>Widescreen</PresentationFormat>
  <Paragraphs>148</Paragraphs>
  <Slides>21</Slides>
  <Notes>8</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ערכת נושא 6</vt:lpstr>
      <vt:lpstr>PowerPoint Presentation</vt:lpstr>
      <vt:lpstr>PowerPoint Presentation</vt:lpstr>
      <vt:lpstr>גיאודזיה - תורת המיפוי</vt:lpstr>
      <vt:lpstr>גופי ייחוס מרחביים</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Sapir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מבוא לגיאודזיה</dc:title>
  <dc:creator>בהד 15/‏מודיעין השטח/‏סגל/‏מיפוי וגיאו- אינפורמציה/‏קורס מיפוי/‏מפקד 1 מס - ישי בלש</dc:creator>
  <cp:lastModifiedBy>yuvaliki10@gmail.com</cp:lastModifiedBy>
  <cp:revision>76</cp:revision>
  <dcterms:created xsi:type="dcterms:W3CDTF">2018-03-13T14:59:06Z</dcterms:created>
  <dcterms:modified xsi:type="dcterms:W3CDTF">2026-10-04T11:51:51Z</dcterms:modified>
</cp:coreProperties>
</file>